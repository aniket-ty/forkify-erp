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alibri (MS) Bold" charset="1" panose="020F0702030404030204"/>
      <p:regular r:id="rId24"/>
    </p:embeddedFont>
    <p:embeddedFont>
      <p:font typeface="Calibri (MS)" charset="1" panose="020F0502020204030204"/>
      <p:regular r:id="rId25"/>
    </p:embeddedFont>
    <p:embeddedFont>
      <p:font typeface="Calibri (MS) Italics" charset="1" panose="020F05020202040A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35" Target="notesSlides/notesSlide10.xml" Type="http://schemas.openxmlformats.org/officeDocument/2006/relationships/notesSlide"/><Relationship Id="rId36" Target="notesSlides/notesSlide11.xml" Type="http://schemas.openxmlformats.org/officeDocument/2006/relationships/notesSlide"/><Relationship Id="rId37" Target="notesSlides/notesSlide12.xml" Type="http://schemas.openxmlformats.org/officeDocument/2006/relationships/notesSlide"/><Relationship Id="rId38" Target="notesSlides/notesSlide13.xml" Type="http://schemas.openxmlformats.org/officeDocument/2006/relationships/notesSlide"/><Relationship Id="rId39" Target="notesSlides/notesSlide14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5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8300697" cy="12697"/>
            <a:chOff x="0" y="0"/>
            <a:chExt cx="24400929" cy="16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509" y="0"/>
              <a:ext cx="24384001" cy="16891"/>
            </a:xfrm>
            <a:custGeom>
              <a:avLst/>
              <a:gdLst/>
              <a:ahLst/>
              <a:cxnLst/>
              <a:rect r="r" b="b" t="t" l="l"/>
              <a:pathLst>
                <a:path h="1689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1A2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6353" y="542287"/>
            <a:ext cx="18300697" cy="12697"/>
            <a:chOff x="0" y="0"/>
            <a:chExt cx="24400929" cy="16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8509" y="0"/>
              <a:ext cx="24384001" cy="16891"/>
            </a:xfrm>
            <a:custGeom>
              <a:avLst/>
              <a:gdLst/>
              <a:ahLst/>
              <a:cxnLst/>
              <a:rect r="r" b="b" t="t" l="l"/>
              <a:pathLst>
                <a:path h="1689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1A233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6353" y="1090927"/>
            <a:ext cx="18300697" cy="12697"/>
            <a:chOff x="0" y="0"/>
            <a:chExt cx="24400929" cy="16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8509" y="0"/>
              <a:ext cx="24384001" cy="16891"/>
            </a:xfrm>
            <a:custGeom>
              <a:avLst/>
              <a:gdLst/>
              <a:ahLst/>
              <a:cxnLst/>
              <a:rect r="r" b="b" t="t" l="l"/>
              <a:pathLst>
                <a:path h="1689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1A233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6353" y="1639567"/>
            <a:ext cx="18300697" cy="12697"/>
            <a:chOff x="0" y="0"/>
            <a:chExt cx="24400929" cy="169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8509" y="0"/>
              <a:ext cx="24384001" cy="16891"/>
            </a:xfrm>
            <a:custGeom>
              <a:avLst/>
              <a:gdLst/>
              <a:ahLst/>
              <a:cxnLst/>
              <a:rect r="r" b="b" t="t" l="l"/>
              <a:pathLst>
                <a:path h="1689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1A233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6353" y="2188207"/>
            <a:ext cx="18300697" cy="12697"/>
            <a:chOff x="0" y="0"/>
            <a:chExt cx="24400929" cy="16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8509" y="0"/>
              <a:ext cx="24384001" cy="16891"/>
            </a:xfrm>
            <a:custGeom>
              <a:avLst/>
              <a:gdLst/>
              <a:ahLst/>
              <a:cxnLst/>
              <a:rect r="r" b="b" t="t" l="l"/>
              <a:pathLst>
                <a:path h="1689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1A233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-6353" y="2736847"/>
            <a:ext cx="18300697" cy="12697"/>
            <a:chOff x="0" y="0"/>
            <a:chExt cx="24400929" cy="16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8509" y="0"/>
              <a:ext cx="24384001" cy="16891"/>
            </a:xfrm>
            <a:custGeom>
              <a:avLst/>
              <a:gdLst/>
              <a:ahLst/>
              <a:cxnLst/>
              <a:rect r="r" b="b" t="t" l="l"/>
              <a:pathLst>
                <a:path h="1689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1A233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-6353" y="3285487"/>
            <a:ext cx="18300697" cy="12697"/>
            <a:chOff x="0" y="0"/>
            <a:chExt cx="24400929" cy="16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8509" y="0"/>
              <a:ext cx="24384001" cy="16891"/>
            </a:xfrm>
            <a:custGeom>
              <a:avLst/>
              <a:gdLst/>
              <a:ahLst/>
              <a:cxnLst/>
              <a:rect r="r" b="b" t="t" l="l"/>
              <a:pathLst>
                <a:path h="1689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1A233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-6353" y="3834127"/>
            <a:ext cx="18300697" cy="12697"/>
            <a:chOff x="0" y="0"/>
            <a:chExt cx="24400929" cy="169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8509" y="0"/>
              <a:ext cx="24384001" cy="16891"/>
            </a:xfrm>
            <a:custGeom>
              <a:avLst/>
              <a:gdLst/>
              <a:ahLst/>
              <a:cxnLst/>
              <a:rect r="r" b="b" t="t" l="l"/>
              <a:pathLst>
                <a:path h="1689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1A233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-6353" y="4382767"/>
            <a:ext cx="18300697" cy="12697"/>
            <a:chOff x="0" y="0"/>
            <a:chExt cx="24400929" cy="169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8509" y="0"/>
              <a:ext cx="24384001" cy="16891"/>
            </a:xfrm>
            <a:custGeom>
              <a:avLst/>
              <a:gdLst/>
              <a:ahLst/>
              <a:cxnLst/>
              <a:rect r="r" b="b" t="t" l="l"/>
              <a:pathLst>
                <a:path h="1689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1A233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6353" y="4931407"/>
            <a:ext cx="18300697" cy="12697"/>
            <a:chOff x="0" y="0"/>
            <a:chExt cx="24400929" cy="169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8509" y="0"/>
              <a:ext cx="24384001" cy="16891"/>
            </a:xfrm>
            <a:custGeom>
              <a:avLst/>
              <a:gdLst/>
              <a:ahLst/>
              <a:cxnLst/>
              <a:rect r="r" b="b" t="t" l="l"/>
              <a:pathLst>
                <a:path h="1689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1A233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-6353" y="5480047"/>
            <a:ext cx="18300697" cy="12697"/>
            <a:chOff x="0" y="0"/>
            <a:chExt cx="24400929" cy="1692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8509" y="0"/>
              <a:ext cx="24384001" cy="16891"/>
            </a:xfrm>
            <a:custGeom>
              <a:avLst/>
              <a:gdLst/>
              <a:ahLst/>
              <a:cxnLst/>
              <a:rect r="r" b="b" t="t" l="l"/>
              <a:pathLst>
                <a:path h="1689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1A233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-6353" y="6028687"/>
            <a:ext cx="18300697" cy="12697"/>
            <a:chOff x="0" y="0"/>
            <a:chExt cx="24400929" cy="169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8509" y="0"/>
              <a:ext cx="24384001" cy="16891"/>
            </a:xfrm>
            <a:custGeom>
              <a:avLst/>
              <a:gdLst/>
              <a:ahLst/>
              <a:cxnLst/>
              <a:rect r="r" b="b" t="t" l="l"/>
              <a:pathLst>
                <a:path h="1689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1A233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-6353" y="6577327"/>
            <a:ext cx="18300697" cy="12697"/>
            <a:chOff x="0" y="0"/>
            <a:chExt cx="24400929" cy="1692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8509" y="0"/>
              <a:ext cx="24384001" cy="16891"/>
            </a:xfrm>
            <a:custGeom>
              <a:avLst/>
              <a:gdLst/>
              <a:ahLst/>
              <a:cxnLst/>
              <a:rect r="r" b="b" t="t" l="l"/>
              <a:pathLst>
                <a:path h="1689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1A2332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-6353" y="7125967"/>
            <a:ext cx="18300697" cy="12697"/>
            <a:chOff x="0" y="0"/>
            <a:chExt cx="24400929" cy="1692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8509" y="0"/>
              <a:ext cx="24384001" cy="16891"/>
            </a:xfrm>
            <a:custGeom>
              <a:avLst/>
              <a:gdLst/>
              <a:ahLst/>
              <a:cxnLst/>
              <a:rect r="r" b="b" t="t" l="l"/>
              <a:pathLst>
                <a:path h="1689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1A2332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-6353" y="7674607"/>
            <a:ext cx="18300697" cy="12697"/>
            <a:chOff x="0" y="0"/>
            <a:chExt cx="24400929" cy="1692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8509" y="0"/>
              <a:ext cx="24384001" cy="16891"/>
            </a:xfrm>
            <a:custGeom>
              <a:avLst/>
              <a:gdLst/>
              <a:ahLst/>
              <a:cxnLst/>
              <a:rect r="r" b="b" t="t" l="l"/>
              <a:pathLst>
                <a:path h="1689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1A233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-6353" y="8223247"/>
            <a:ext cx="18300697" cy="12697"/>
            <a:chOff x="0" y="0"/>
            <a:chExt cx="24400929" cy="1692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8509" y="0"/>
              <a:ext cx="24384001" cy="16891"/>
            </a:xfrm>
            <a:custGeom>
              <a:avLst/>
              <a:gdLst/>
              <a:ahLst/>
              <a:cxnLst/>
              <a:rect r="r" b="b" t="t" l="l"/>
              <a:pathLst>
                <a:path h="1689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1A2332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-6353" y="8771887"/>
            <a:ext cx="18300697" cy="12697"/>
            <a:chOff x="0" y="0"/>
            <a:chExt cx="24400929" cy="1692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8509" y="0"/>
              <a:ext cx="24384001" cy="16891"/>
            </a:xfrm>
            <a:custGeom>
              <a:avLst/>
              <a:gdLst/>
              <a:ahLst/>
              <a:cxnLst/>
              <a:rect r="r" b="b" t="t" l="l"/>
              <a:pathLst>
                <a:path h="1689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1A2332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-6353" y="9320527"/>
            <a:ext cx="18300697" cy="12697"/>
            <a:chOff x="0" y="0"/>
            <a:chExt cx="24400929" cy="1692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8509" y="0"/>
              <a:ext cx="24384001" cy="16891"/>
            </a:xfrm>
            <a:custGeom>
              <a:avLst/>
              <a:gdLst/>
              <a:ahLst/>
              <a:cxnLst/>
              <a:rect r="r" b="b" t="t" l="l"/>
              <a:pathLst>
                <a:path h="1689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1A2332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-6353" y="9869167"/>
            <a:ext cx="18300697" cy="12697"/>
            <a:chOff x="0" y="0"/>
            <a:chExt cx="24400929" cy="1692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8509" y="0"/>
              <a:ext cx="24384001" cy="16891"/>
            </a:xfrm>
            <a:custGeom>
              <a:avLst/>
              <a:gdLst/>
              <a:ahLst/>
              <a:cxnLst/>
              <a:rect r="r" b="b" t="t" l="l"/>
              <a:pathLst>
                <a:path h="1689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1A2332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-6353" y="10417807"/>
            <a:ext cx="18300697" cy="12697"/>
            <a:chOff x="0" y="0"/>
            <a:chExt cx="24400929" cy="1692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8509" y="0"/>
              <a:ext cx="24384001" cy="16891"/>
            </a:xfrm>
            <a:custGeom>
              <a:avLst/>
              <a:gdLst/>
              <a:ahLst/>
              <a:cxnLst/>
              <a:rect r="r" b="b" t="t" l="l"/>
              <a:pathLst>
                <a:path h="1689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1A2332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809750" y="1443990"/>
            <a:ext cx="14668500" cy="7353300"/>
            <a:chOff x="0" y="0"/>
            <a:chExt cx="19558000" cy="980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25400" y="25400"/>
              <a:ext cx="195072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9558000" cy="9804400"/>
            </a:xfrm>
            <a:custGeom>
              <a:avLst/>
              <a:gdLst/>
              <a:ahLst/>
              <a:cxnLst/>
              <a:rect r="r" b="b" t="t" l="l"/>
              <a:pathLst>
                <a:path h="9804400" w="19558000">
                  <a:moveTo>
                    <a:pt x="25400" y="0"/>
                  </a:moveTo>
                  <a:lnTo>
                    <a:pt x="19532600" y="0"/>
                  </a:lnTo>
                  <a:cubicBezTo>
                    <a:pt x="19546570" y="0"/>
                    <a:pt x="19558000" y="11430"/>
                    <a:pt x="19558000" y="25400"/>
                  </a:cubicBezTo>
                  <a:lnTo>
                    <a:pt x="19558000" y="9779000"/>
                  </a:lnTo>
                  <a:cubicBezTo>
                    <a:pt x="19558000" y="9792970"/>
                    <a:pt x="19546570" y="9804400"/>
                    <a:pt x="19532600" y="9804400"/>
                  </a:cubicBezTo>
                  <a:lnTo>
                    <a:pt x="25400" y="9804400"/>
                  </a:lnTo>
                  <a:cubicBezTo>
                    <a:pt x="11430" y="9804400"/>
                    <a:pt x="0" y="9792970"/>
                    <a:pt x="0" y="97790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9779000"/>
                  </a:lnTo>
                  <a:lnTo>
                    <a:pt x="25400" y="9779000"/>
                  </a:lnTo>
                  <a:lnTo>
                    <a:pt x="25400" y="9753600"/>
                  </a:lnTo>
                  <a:lnTo>
                    <a:pt x="19532600" y="9753600"/>
                  </a:lnTo>
                  <a:lnTo>
                    <a:pt x="19532600" y="9779000"/>
                  </a:lnTo>
                  <a:lnTo>
                    <a:pt x="19507200" y="9779000"/>
                  </a:lnTo>
                  <a:lnTo>
                    <a:pt x="19507200" y="25400"/>
                  </a:lnTo>
                  <a:lnTo>
                    <a:pt x="19532600" y="25400"/>
                  </a:lnTo>
                  <a:lnTo>
                    <a:pt x="195326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828800" y="1463040"/>
            <a:ext cx="14630400" cy="146304"/>
            <a:chOff x="0" y="0"/>
            <a:chExt cx="19507200" cy="19507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9507200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2377440" y="2011680"/>
            <a:ext cx="13533120" cy="1280160"/>
            <a:chOff x="0" y="0"/>
            <a:chExt cx="18044160" cy="17068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8044161" cy="1706880"/>
            </a:xfrm>
            <a:custGeom>
              <a:avLst/>
              <a:gdLst/>
              <a:ahLst/>
              <a:cxnLst/>
              <a:rect r="r" b="b" t="t" l="l"/>
              <a:pathLst>
                <a:path h="1706880" w="18044161">
                  <a:moveTo>
                    <a:pt x="0" y="0"/>
                  </a:moveTo>
                  <a:lnTo>
                    <a:pt x="18044161" y="0"/>
                  </a:lnTo>
                  <a:lnTo>
                    <a:pt x="18044161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984" r="0" b="-15598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42875"/>
              <a:ext cx="18044160" cy="1849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58A6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🍴 FoodERP / Forkify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377440" y="3383280"/>
            <a:ext cx="13533120" cy="731520"/>
            <a:chOff x="0" y="0"/>
            <a:chExt cx="18044160" cy="9753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8044161" cy="975360"/>
            </a:xfrm>
            <a:custGeom>
              <a:avLst/>
              <a:gdLst/>
              <a:ahLst/>
              <a:cxnLst/>
              <a:rect r="r" b="b" t="t" l="l"/>
              <a:pathLst>
                <a:path h="975360" w="18044161">
                  <a:moveTo>
                    <a:pt x="0" y="0"/>
                  </a:moveTo>
                  <a:lnTo>
                    <a:pt x="18044161" y="0"/>
                  </a:lnTo>
                  <a:lnTo>
                    <a:pt x="18044161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473" r="0" b="-31047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1804416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Complete System Architecture &amp; Diagrams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377440" y="4206240"/>
            <a:ext cx="13533120" cy="548640"/>
            <a:chOff x="0" y="0"/>
            <a:chExt cx="1804416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8044161" cy="731520"/>
            </a:xfrm>
            <a:custGeom>
              <a:avLst/>
              <a:gdLst/>
              <a:ahLst/>
              <a:cxnLst/>
              <a:rect r="r" b="b" t="t" l="l"/>
              <a:pathLst>
                <a:path h="731520" w="18044161">
                  <a:moveTo>
                    <a:pt x="0" y="0"/>
                  </a:moveTo>
                  <a:lnTo>
                    <a:pt x="18044161" y="0"/>
                  </a:lnTo>
                  <a:lnTo>
                    <a:pt x="180441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630" r="0" b="-43063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80441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Spring Boot Backend  ·  React Web Frontend  ·  React Native Mobile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2547623" y="5199383"/>
            <a:ext cx="2951483" cy="1671323"/>
            <a:chOff x="0" y="0"/>
            <a:chExt cx="3935311" cy="222843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39014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935222" cy="2228342"/>
            </a:xfrm>
            <a:custGeom>
              <a:avLst/>
              <a:gdLst/>
              <a:ahLst/>
              <a:cxnLst/>
              <a:rect r="r" b="b" t="t" l="l"/>
              <a:pathLst>
                <a:path h="2228342" w="3935222">
                  <a:moveTo>
                    <a:pt x="16891" y="0"/>
                  </a:moveTo>
                  <a:lnTo>
                    <a:pt x="3918331" y="0"/>
                  </a:lnTo>
                  <a:cubicBezTo>
                    <a:pt x="3927729" y="0"/>
                    <a:pt x="3935222" y="7620"/>
                    <a:pt x="3935222" y="16891"/>
                  </a:cubicBezTo>
                  <a:lnTo>
                    <a:pt x="3935222" y="2211451"/>
                  </a:lnTo>
                  <a:cubicBezTo>
                    <a:pt x="3935222" y="2220849"/>
                    <a:pt x="3927602" y="2228342"/>
                    <a:pt x="391833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3918331" y="2194560"/>
                  </a:lnTo>
                  <a:lnTo>
                    <a:pt x="3918331" y="2211451"/>
                  </a:lnTo>
                  <a:lnTo>
                    <a:pt x="3901440" y="2211451"/>
                  </a:lnTo>
                  <a:lnTo>
                    <a:pt x="3901440" y="16891"/>
                  </a:lnTo>
                  <a:lnTo>
                    <a:pt x="3918331" y="16891"/>
                  </a:lnTo>
                  <a:lnTo>
                    <a:pt x="3918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2560320" y="5303520"/>
            <a:ext cx="2926080" cy="822960"/>
            <a:chOff x="0" y="0"/>
            <a:chExt cx="3901440" cy="10972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901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80" r="0" b="-1928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85725"/>
              <a:ext cx="3901440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58A6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28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2560320" y="6126480"/>
            <a:ext cx="2926080" cy="548640"/>
            <a:chOff x="0" y="0"/>
            <a:chExt cx="3901440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901440" cy="731520"/>
            </a:xfrm>
            <a:custGeom>
              <a:avLst/>
              <a:gdLst/>
              <a:ahLst/>
              <a:cxnLst/>
              <a:rect r="r" b="b" t="t" l="l"/>
              <a:pathLst>
                <a:path h="73152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39014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REST Controllers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022343" y="5199383"/>
            <a:ext cx="2951483" cy="1671323"/>
            <a:chOff x="0" y="0"/>
            <a:chExt cx="3935311" cy="222843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39014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935222" cy="2228342"/>
            </a:xfrm>
            <a:custGeom>
              <a:avLst/>
              <a:gdLst/>
              <a:ahLst/>
              <a:cxnLst/>
              <a:rect r="r" b="b" t="t" l="l"/>
              <a:pathLst>
                <a:path h="2228342" w="3935222">
                  <a:moveTo>
                    <a:pt x="16891" y="0"/>
                  </a:moveTo>
                  <a:lnTo>
                    <a:pt x="3918331" y="0"/>
                  </a:lnTo>
                  <a:cubicBezTo>
                    <a:pt x="3927729" y="0"/>
                    <a:pt x="3935222" y="7620"/>
                    <a:pt x="3935222" y="16891"/>
                  </a:cubicBezTo>
                  <a:lnTo>
                    <a:pt x="3935222" y="2211451"/>
                  </a:lnTo>
                  <a:cubicBezTo>
                    <a:pt x="3935222" y="2220849"/>
                    <a:pt x="3927602" y="2228342"/>
                    <a:pt x="391833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3918331" y="2194560"/>
                  </a:lnTo>
                  <a:lnTo>
                    <a:pt x="3918331" y="2211451"/>
                  </a:lnTo>
                  <a:lnTo>
                    <a:pt x="3901440" y="2211451"/>
                  </a:lnTo>
                  <a:lnTo>
                    <a:pt x="3901440" y="16891"/>
                  </a:lnTo>
                  <a:lnTo>
                    <a:pt x="3918331" y="16891"/>
                  </a:lnTo>
                  <a:lnTo>
                    <a:pt x="3918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6035040" y="5303520"/>
            <a:ext cx="2926080" cy="822960"/>
            <a:chOff x="0" y="0"/>
            <a:chExt cx="3901440" cy="10972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901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80" r="0" b="-1928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85725"/>
              <a:ext cx="3901440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58A6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035040" y="6126480"/>
            <a:ext cx="2926080" cy="548640"/>
            <a:chOff x="0" y="0"/>
            <a:chExt cx="3901440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901440" cy="731520"/>
            </a:xfrm>
            <a:custGeom>
              <a:avLst/>
              <a:gdLst/>
              <a:ahLst/>
              <a:cxnLst/>
              <a:rect r="r" b="b" t="t" l="l"/>
              <a:pathLst>
                <a:path h="73152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39014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JPA Entities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497063" y="5199383"/>
            <a:ext cx="2951483" cy="1671323"/>
            <a:chOff x="0" y="0"/>
            <a:chExt cx="3935311" cy="222843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39014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935222" cy="2228342"/>
            </a:xfrm>
            <a:custGeom>
              <a:avLst/>
              <a:gdLst/>
              <a:ahLst/>
              <a:cxnLst/>
              <a:rect r="r" b="b" t="t" l="l"/>
              <a:pathLst>
                <a:path h="2228342" w="3935222">
                  <a:moveTo>
                    <a:pt x="16891" y="0"/>
                  </a:moveTo>
                  <a:lnTo>
                    <a:pt x="3918331" y="0"/>
                  </a:lnTo>
                  <a:cubicBezTo>
                    <a:pt x="3927729" y="0"/>
                    <a:pt x="3935222" y="7620"/>
                    <a:pt x="3935222" y="16891"/>
                  </a:cubicBezTo>
                  <a:lnTo>
                    <a:pt x="3935222" y="2211451"/>
                  </a:lnTo>
                  <a:cubicBezTo>
                    <a:pt x="3935222" y="2220849"/>
                    <a:pt x="3927602" y="2228342"/>
                    <a:pt x="391833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3918331" y="2194560"/>
                  </a:lnTo>
                  <a:lnTo>
                    <a:pt x="3918331" y="2211451"/>
                  </a:lnTo>
                  <a:lnTo>
                    <a:pt x="3901440" y="2211451"/>
                  </a:lnTo>
                  <a:lnTo>
                    <a:pt x="3901440" y="16891"/>
                  </a:lnTo>
                  <a:lnTo>
                    <a:pt x="3918331" y="16891"/>
                  </a:lnTo>
                  <a:lnTo>
                    <a:pt x="3918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509760" y="5303520"/>
            <a:ext cx="2926080" cy="822960"/>
            <a:chOff x="0" y="0"/>
            <a:chExt cx="3901440" cy="10972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901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80" r="0" b="-1928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85725"/>
              <a:ext cx="3901440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58A6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60+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509760" y="6126480"/>
            <a:ext cx="2926080" cy="548640"/>
            <a:chOff x="0" y="0"/>
            <a:chExt cx="3901440" cy="7315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901440" cy="731520"/>
            </a:xfrm>
            <a:custGeom>
              <a:avLst/>
              <a:gdLst/>
              <a:ahLst/>
              <a:cxnLst/>
              <a:rect r="r" b="b" t="t" l="l"/>
              <a:pathLst>
                <a:path h="73152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39014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Frontend Pages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2971783" y="5199383"/>
            <a:ext cx="2951483" cy="1671323"/>
            <a:chOff x="0" y="0"/>
            <a:chExt cx="3935311" cy="222843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39014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935222" cy="2228342"/>
            </a:xfrm>
            <a:custGeom>
              <a:avLst/>
              <a:gdLst/>
              <a:ahLst/>
              <a:cxnLst/>
              <a:rect r="r" b="b" t="t" l="l"/>
              <a:pathLst>
                <a:path h="2228342" w="3935222">
                  <a:moveTo>
                    <a:pt x="16891" y="0"/>
                  </a:moveTo>
                  <a:lnTo>
                    <a:pt x="3918331" y="0"/>
                  </a:lnTo>
                  <a:cubicBezTo>
                    <a:pt x="3927729" y="0"/>
                    <a:pt x="3935222" y="7620"/>
                    <a:pt x="3935222" y="16891"/>
                  </a:cubicBezTo>
                  <a:lnTo>
                    <a:pt x="3935222" y="2211451"/>
                  </a:lnTo>
                  <a:cubicBezTo>
                    <a:pt x="3935222" y="2220849"/>
                    <a:pt x="3927602" y="2228342"/>
                    <a:pt x="391833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3918331" y="2194560"/>
                  </a:lnTo>
                  <a:lnTo>
                    <a:pt x="3918331" y="2211451"/>
                  </a:lnTo>
                  <a:lnTo>
                    <a:pt x="3901440" y="2211451"/>
                  </a:lnTo>
                  <a:lnTo>
                    <a:pt x="3901440" y="16891"/>
                  </a:lnTo>
                  <a:lnTo>
                    <a:pt x="3918331" y="16891"/>
                  </a:lnTo>
                  <a:lnTo>
                    <a:pt x="3918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2984480" y="5303520"/>
            <a:ext cx="2926080" cy="822960"/>
            <a:chOff x="0" y="0"/>
            <a:chExt cx="3901440" cy="109728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901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80" r="0" b="-1928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85725"/>
              <a:ext cx="3901440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58A6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2984480" y="6126480"/>
            <a:ext cx="2926080" cy="548640"/>
            <a:chOff x="0" y="0"/>
            <a:chExt cx="3901440" cy="7315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901440" cy="731520"/>
            </a:xfrm>
            <a:custGeom>
              <a:avLst/>
              <a:gdLst/>
              <a:ahLst/>
              <a:cxnLst/>
              <a:rect r="r" b="b" t="t" l="l"/>
              <a:pathLst>
                <a:path h="73152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39014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Platforms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2377440" y="7406640"/>
            <a:ext cx="13533120" cy="548640"/>
            <a:chOff x="0" y="0"/>
            <a:chExt cx="18044160" cy="73152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8044161" cy="731520"/>
            </a:xfrm>
            <a:custGeom>
              <a:avLst/>
              <a:gdLst/>
              <a:ahLst/>
              <a:cxnLst/>
              <a:rect r="r" b="b" t="t" l="l"/>
              <a:pathLst>
                <a:path h="731520" w="18044161">
                  <a:moveTo>
                    <a:pt x="0" y="0"/>
                  </a:moveTo>
                  <a:lnTo>
                    <a:pt x="18044161" y="0"/>
                  </a:lnTo>
                  <a:lnTo>
                    <a:pt x="180441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630" r="0" b="-43063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180441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Multi-Branch Restaurant ERP — Full-Stack Architecture Documentation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46304" cy="1316736"/>
            <a:chOff x="0" y="0"/>
            <a:chExt cx="195072" cy="17556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072" cy="1755648"/>
            </a:xfrm>
            <a:custGeom>
              <a:avLst/>
              <a:gdLst/>
              <a:ahLst/>
              <a:cxnLst/>
              <a:rect r="r" b="b" t="t" l="l"/>
              <a:pathLst>
                <a:path h="175564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65760" y="109728"/>
            <a:ext cx="12801600" cy="822960"/>
            <a:chOff x="0" y="0"/>
            <a:chExt cx="1706880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70688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58A6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Table of Contents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65760" y="877824"/>
            <a:ext cx="16459200" cy="402336"/>
            <a:chOff x="0" y="0"/>
            <a:chExt cx="21945600" cy="5364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7115" r="0" b="-74711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945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 this deck covers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25167" y="1548127"/>
            <a:ext cx="8425177" cy="927097"/>
            <a:chOff x="0" y="0"/>
            <a:chExt cx="11233569" cy="12361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8509" y="8509"/>
              <a:ext cx="11216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233658" cy="1236218"/>
            </a:xfrm>
            <a:custGeom>
              <a:avLst/>
              <a:gdLst/>
              <a:ahLst/>
              <a:cxnLst/>
              <a:rect r="r" b="b" t="t" l="l"/>
              <a:pathLst>
                <a:path h="1236218" w="11233658">
                  <a:moveTo>
                    <a:pt x="8509" y="0"/>
                  </a:moveTo>
                  <a:lnTo>
                    <a:pt x="11225149" y="0"/>
                  </a:lnTo>
                  <a:cubicBezTo>
                    <a:pt x="11229848" y="0"/>
                    <a:pt x="11233658" y="3810"/>
                    <a:pt x="11233658" y="8509"/>
                  </a:cubicBezTo>
                  <a:lnTo>
                    <a:pt x="11233658" y="1227709"/>
                  </a:lnTo>
                  <a:cubicBezTo>
                    <a:pt x="11233658" y="1232408"/>
                    <a:pt x="11229848" y="1236218"/>
                    <a:pt x="11225149" y="1236218"/>
                  </a:cubicBezTo>
                  <a:lnTo>
                    <a:pt x="8509" y="1236218"/>
                  </a:lnTo>
                  <a:cubicBezTo>
                    <a:pt x="3810" y="1236218"/>
                    <a:pt x="0" y="1232408"/>
                    <a:pt x="0" y="1227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27709"/>
                  </a:lnTo>
                  <a:lnTo>
                    <a:pt x="8509" y="1227709"/>
                  </a:lnTo>
                  <a:lnTo>
                    <a:pt x="8509" y="1219200"/>
                  </a:lnTo>
                  <a:lnTo>
                    <a:pt x="11225149" y="1219200"/>
                  </a:lnTo>
                  <a:lnTo>
                    <a:pt x="11225149" y="1227709"/>
                  </a:lnTo>
                  <a:lnTo>
                    <a:pt x="11216640" y="1227709"/>
                  </a:lnTo>
                  <a:lnTo>
                    <a:pt x="11216640" y="8509"/>
                  </a:lnTo>
                  <a:lnTo>
                    <a:pt x="11225149" y="8509"/>
                  </a:lnTo>
                  <a:lnTo>
                    <a:pt x="11225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31520" y="1554480"/>
            <a:ext cx="822960" cy="914400"/>
            <a:chOff x="0" y="0"/>
            <a:chExt cx="1097280" cy="1219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68096" y="1645920"/>
            <a:ext cx="749808" cy="731520"/>
            <a:chOff x="0" y="0"/>
            <a:chExt cx="999744" cy="9753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99744" cy="975360"/>
            </a:xfrm>
            <a:custGeom>
              <a:avLst/>
              <a:gdLst/>
              <a:ahLst/>
              <a:cxnLst/>
              <a:rect r="r" b="b" t="t" l="l"/>
              <a:pathLst>
                <a:path h="975360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174" t="0" r="-75174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999744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37360" y="1737360"/>
            <a:ext cx="7132320" cy="640080"/>
            <a:chOff x="0" y="0"/>
            <a:chExt cx="9509760" cy="8534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509760" cy="853440"/>
            </a:xfrm>
            <a:custGeom>
              <a:avLst/>
              <a:gdLst/>
              <a:ahLst/>
              <a:cxnLst/>
              <a:rect r="r" b="b" t="t" l="l"/>
              <a:pathLst>
                <a:path h="8534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18" r="0" b="-16711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950976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System Architecture Overview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25167" y="2736847"/>
            <a:ext cx="8425177" cy="927097"/>
            <a:chOff x="0" y="0"/>
            <a:chExt cx="11233569" cy="12361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8509" y="8509"/>
              <a:ext cx="11216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233658" cy="1236218"/>
            </a:xfrm>
            <a:custGeom>
              <a:avLst/>
              <a:gdLst/>
              <a:ahLst/>
              <a:cxnLst/>
              <a:rect r="r" b="b" t="t" l="l"/>
              <a:pathLst>
                <a:path h="1236218" w="11233658">
                  <a:moveTo>
                    <a:pt x="8509" y="0"/>
                  </a:moveTo>
                  <a:lnTo>
                    <a:pt x="11225149" y="0"/>
                  </a:lnTo>
                  <a:cubicBezTo>
                    <a:pt x="11229848" y="0"/>
                    <a:pt x="11233658" y="3810"/>
                    <a:pt x="11233658" y="8509"/>
                  </a:cubicBezTo>
                  <a:lnTo>
                    <a:pt x="11233658" y="1227709"/>
                  </a:lnTo>
                  <a:cubicBezTo>
                    <a:pt x="11233658" y="1232408"/>
                    <a:pt x="11229848" y="1236218"/>
                    <a:pt x="11225149" y="1236218"/>
                  </a:cubicBezTo>
                  <a:lnTo>
                    <a:pt x="8509" y="1236218"/>
                  </a:lnTo>
                  <a:cubicBezTo>
                    <a:pt x="3810" y="1236218"/>
                    <a:pt x="0" y="1232408"/>
                    <a:pt x="0" y="1227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27709"/>
                  </a:lnTo>
                  <a:lnTo>
                    <a:pt x="8509" y="1227709"/>
                  </a:lnTo>
                  <a:lnTo>
                    <a:pt x="8509" y="1219200"/>
                  </a:lnTo>
                  <a:lnTo>
                    <a:pt x="11225149" y="1219200"/>
                  </a:lnTo>
                  <a:lnTo>
                    <a:pt x="11225149" y="1227709"/>
                  </a:lnTo>
                  <a:lnTo>
                    <a:pt x="11216640" y="1227709"/>
                  </a:lnTo>
                  <a:lnTo>
                    <a:pt x="11216640" y="8509"/>
                  </a:lnTo>
                  <a:lnTo>
                    <a:pt x="11225149" y="8509"/>
                  </a:lnTo>
                  <a:lnTo>
                    <a:pt x="11225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31520" y="2743200"/>
            <a:ext cx="822960" cy="914400"/>
            <a:chOff x="0" y="0"/>
            <a:chExt cx="1097280" cy="1219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68096" y="2834640"/>
            <a:ext cx="749808" cy="731520"/>
            <a:chOff x="0" y="0"/>
            <a:chExt cx="999744" cy="975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99744" cy="975360"/>
            </a:xfrm>
            <a:custGeom>
              <a:avLst/>
              <a:gdLst/>
              <a:ahLst/>
              <a:cxnLst/>
              <a:rect r="r" b="b" t="t" l="l"/>
              <a:pathLst>
                <a:path h="975360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174" t="0" r="-75174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999744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737360" y="2926080"/>
            <a:ext cx="7132320" cy="640080"/>
            <a:chOff x="0" y="0"/>
            <a:chExt cx="9509760" cy="8534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509760" cy="853440"/>
            </a:xfrm>
            <a:custGeom>
              <a:avLst/>
              <a:gdLst/>
              <a:ahLst/>
              <a:cxnLst/>
              <a:rect r="r" b="b" t="t" l="l"/>
              <a:pathLst>
                <a:path h="8534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18" r="0" b="-16711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50976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Authentication Flow (JWT)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25167" y="3925567"/>
            <a:ext cx="8425177" cy="927097"/>
            <a:chOff x="0" y="0"/>
            <a:chExt cx="11233569" cy="123612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8509" y="8509"/>
              <a:ext cx="11216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233658" cy="1236218"/>
            </a:xfrm>
            <a:custGeom>
              <a:avLst/>
              <a:gdLst/>
              <a:ahLst/>
              <a:cxnLst/>
              <a:rect r="r" b="b" t="t" l="l"/>
              <a:pathLst>
                <a:path h="1236218" w="11233658">
                  <a:moveTo>
                    <a:pt x="8509" y="0"/>
                  </a:moveTo>
                  <a:lnTo>
                    <a:pt x="11225149" y="0"/>
                  </a:lnTo>
                  <a:cubicBezTo>
                    <a:pt x="11229848" y="0"/>
                    <a:pt x="11233658" y="3810"/>
                    <a:pt x="11233658" y="8509"/>
                  </a:cubicBezTo>
                  <a:lnTo>
                    <a:pt x="11233658" y="1227709"/>
                  </a:lnTo>
                  <a:cubicBezTo>
                    <a:pt x="11233658" y="1232408"/>
                    <a:pt x="11229848" y="1236218"/>
                    <a:pt x="11225149" y="1236218"/>
                  </a:cubicBezTo>
                  <a:lnTo>
                    <a:pt x="8509" y="1236218"/>
                  </a:lnTo>
                  <a:cubicBezTo>
                    <a:pt x="3810" y="1236218"/>
                    <a:pt x="0" y="1232408"/>
                    <a:pt x="0" y="1227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27709"/>
                  </a:lnTo>
                  <a:lnTo>
                    <a:pt x="8509" y="1227709"/>
                  </a:lnTo>
                  <a:lnTo>
                    <a:pt x="8509" y="1219200"/>
                  </a:lnTo>
                  <a:lnTo>
                    <a:pt x="11225149" y="1219200"/>
                  </a:lnTo>
                  <a:lnTo>
                    <a:pt x="11225149" y="1227709"/>
                  </a:lnTo>
                  <a:lnTo>
                    <a:pt x="11216640" y="1227709"/>
                  </a:lnTo>
                  <a:lnTo>
                    <a:pt x="11216640" y="8509"/>
                  </a:lnTo>
                  <a:lnTo>
                    <a:pt x="11225149" y="8509"/>
                  </a:lnTo>
                  <a:lnTo>
                    <a:pt x="11225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31520" y="3931920"/>
            <a:ext cx="822960" cy="914400"/>
            <a:chOff x="0" y="0"/>
            <a:chExt cx="1097280" cy="1219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7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768096" y="4023360"/>
            <a:ext cx="749808" cy="731520"/>
            <a:chOff x="0" y="0"/>
            <a:chExt cx="999744" cy="9753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99744" cy="975360"/>
            </a:xfrm>
            <a:custGeom>
              <a:avLst/>
              <a:gdLst/>
              <a:ahLst/>
              <a:cxnLst/>
              <a:rect r="r" b="b" t="t" l="l"/>
              <a:pathLst>
                <a:path h="975360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174" t="0" r="-75174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999744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737360" y="4114800"/>
            <a:ext cx="7132320" cy="640080"/>
            <a:chOff x="0" y="0"/>
            <a:chExt cx="9509760" cy="8534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509760" cy="853440"/>
            </a:xfrm>
            <a:custGeom>
              <a:avLst/>
              <a:gdLst/>
              <a:ahLst/>
              <a:cxnLst/>
              <a:rect r="r" b="b" t="t" l="l"/>
              <a:pathLst>
                <a:path h="8534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18" r="0" b="-16711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950976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Entity Relationship Diagram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25167" y="5114287"/>
            <a:ext cx="8425177" cy="927097"/>
            <a:chOff x="0" y="0"/>
            <a:chExt cx="11233569" cy="123612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8509" y="8509"/>
              <a:ext cx="11216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233658" cy="1236218"/>
            </a:xfrm>
            <a:custGeom>
              <a:avLst/>
              <a:gdLst/>
              <a:ahLst/>
              <a:cxnLst/>
              <a:rect r="r" b="b" t="t" l="l"/>
              <a:pathLst>
                <a:path h="1236218" w="11233658">
                  <a:moveTo>
                    <a:pt x="8509" y="0"/>
                  </a:moveTo>
                  <a:lnTo>
                    <a:pt x="11225149" y="0"/>
                  </a:lnTo>
                  <a:cubicBezTo>
                    <a:pt x="11229848" y="0"/>
                    <a:pt x="11233658" y="3810"/>
                    <a:pt x="11233658" y="8509"/>
                  </a:cubicBezTo>
                  <a:lnTo>
                    <a:pt x="11233658" y="1227709"/>
                  </a:lnTo>
                  <a:cubicBezTo>
                    <a:pt x="11233658" y="1232408"/>
                    <a:pt x="11229848" y="1236218"/>
                    <a:pt x="11225149" y="1236218"/>
                  </a:cubicBezTo>
                  <a:lnTo>
                    <a:pt x="8509" y="1236218"/>
                  </a:lnTo>
                  <a:cubicBezTo>
                    <a:pt x="3810" y="1236218"/>
                    <a:pt x="0" y="1232408"/>
                    <a:pt x="0" y="1227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27709"/>
                  </a:lnTo>
                  <a:lnTo>
                    <a:pt x="8509" y="1227709"/>
                  </a:lnTo>
                  <a:lnTo>
                    <a:pt x="8509" y="1219200"/>
                  </a:lnTo>
                  <a:lnTo>
                    <a:pt x="11225149" y="1219200"/>
                  </a:lnTo>
                  <a:lnTo>
                    <a:pt x="11225149" y="1227709"/>
                  </a:lnTo>
                  <a:lnTo>
                    <a:pt x="11216640" y="1227709"/>
                  </a:lnTo>
                  <a:lnTo>
                    <a:pt x="11216640" y="8509"/>
                  </a:lnTo>
                  <a:lnTo>
                    <a:pt x="11225149" y="8509"/>
                  </a:lnTo>
                  <a:lnTo>
                    <a:pt x="11225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731520" y="5120640"/>
            <a:ext cx="822960" cy="914400"/>
            <a:chOff x="0" y="0"/>
            <a:chExt cx="1097280" cy="1219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97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768096" y="5212080"/>
            <a:ext cx="749808" cy="731520"/>
            <a:chOff x="0" y="0"/>
            <a:chExt cx="999744" cy="9753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99744" cy="975360"/>
            </a:xfrm>
            <a:custGeom>
              <a:avLst/>
              <a:gdLst/>
              <a:ahLst/>
              <a:cxnLst/>
              <a:rect r="r" b="b" t="t" l="l"/>
              <a:pathLst>
                <a:path h="975360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174" t="0" r="-75174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999744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737360" y="5303520"/>
            <a:ext cx="7132320" cy="640080"/>
            <a:chOff x="0" y="0"/>
            <a:chExt cx="9509760" cy="8534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509760" cy="853440"/>
            </a:xfrm>
            <a:custGeom>
              <a:avLst/>
              <a:gdLst/>
              <a:ahLst/>
              <a:cxnLst/>
              <a:rect r="r" b="b" t="t" l="l"/>
              <a:pathLst>
                <a:path h="8534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18" r="0" b="-167118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950976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Frontend Page Map &amp; Routes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25167" y="6303007"/>
            <a:ext cx="8425177" cy="927097"/>
            <a:chOff x="0" y="0"/>
            <a:chExt cx="11233569" cy="123612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8509" y="8509"/>
              <a:ext cx="11216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1233658" cy="1236218"/>
            </a:xfrm>
            <a:custGeom>
              <a:avLst/>
              <a:gdLst/>
              <a:ahLst/>
              <a:cxnLst/>
              <a:rect r="r" b="b" t="t" l="l"/>
              <a:pathLst>
                <a:path h="1236218" w="11233658">
                  <a:moveTo>
                    <a:pt x="8509" y="0"/>
                  </a:moveTo>
                  <a:lnTo>
                    <a:pt x="11225149" y="0"/>
                  </a:lnTo>
                  <a:cubicBezTo>
                    <a:pt x="11229848" y="0"/>
                    <a:pt x="11233658" y="3810"/>
                    <a:pt x="11233658" y="8509"/>
                  </a:cubicBezTo>
                  <a:lnTo>
                    <a:pt x="11233658" y="1227709"/>
                  </a:lnTo>
                  <a:cubicBezTo>
                    <a:pt x="11233658" y="1232408"/>
                    <a:pt x="11229848" y="1236218"/>
                    <a:pt x="11225149" y="1236218"/>
                  </a:cubicBezTo>
                  <a:lnTo>
                    <a:pt x="8509" y="1236218"/>
                  </a:lnTo>
                  <a:cubicBezTo>
                    <a:pt x="3810" y="1236218"/>
                    <a:pt x="0" y="1232408"/>
                    <a:pt x="0" y="1227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27709"/>
                  </a:lnTo>
                  <a:lnTo>
                    <a:pt x="8509" y="1227709"/>
                  </a:lnTo>
                  <a:lnTo>
                    <a:pt x="8509" y="1219200"/>
                  </a:lnTo>
                  <a:lnTo>
                    <a:pt x="11225149" y="1219200"/>
                  </a:lnTo>
                  <a:lnTo>
                    <a:pt x="11225149" y="1227709"/>
                  </a:lnTo>
                  <a:lnTo>
                    <a:pt x="11216640" y="1227709"/>
                  </a:lnTo>
                  <a:lnTo>
                    <a:pt x="11216640" y="8509"/>
                  </a:lnTo>
                  <a:lnTo>
                    <a:pt x="11225149" y="8509"/>
                  </a:lnTo>
                  <a:lnTo>
                    <a:pt x="11225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731520" y="6309360"/>
            <a:ext cx="822960" cy="914400"/>
            <a:chOff x="0" y="0"/>
            <a:chExt cx="1097280" cy="12192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97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768096" y="6400800"/>
            <a:ext cx="749808" cy="731520"/>
            <a:chOff x="0" y="0"/>
            <a:chExt cx="999744" cy="9753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99744" cy="975360"/>
            </a:xfrm>
            <a:custGeom>
              <a:avLst/>
              <a:gdLst/>
              <a:ahLst/>
              <a:cxnLst/>
              <a:rect r="r" b="b" t="t" l="l"/>
              <a:pathLst>
                <a:path h="975360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174" t="0" r="-75174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57150"/>
              <a:ext cx="999744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737360" y="6492240"/>
            <a:ext cx="7132320" cy="640080"/>
            <a:chOff x="0" y="0"/>
            <a:chExt cx="9509760" cy="8534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509760" cy="853440"/>
            </a:xfrm>
            <a:custGeom>
              <a:avLst/>
              <a:gdLst/>
              <a:ahLst/>
              <a:cxnLst/>
              <a:rect r="r" b="b" t="t" l="l"/>
              <a:pathLst>
                <a:path h="8534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18" r="0" b="-16711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950976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Role Access Control Matrix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725167" y="7491727"/>
            <a:ext cx="8425177" cy="927097"/>
            <a:chOff x="0" y="0"/>
            <a:chExt cx="11233569" cy="123612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8509" y="8509"/>
              <a:ext cx="11216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233658" cy="1236218"/>
            </a:xfrm>
            <a:custGeom>
              <a:avLst/>
              <a:gdLst/>
              <a:ahLst/>
              <a:cxnLst/>
              <a:rect r="r" b="b" t="t" l="l"/>
              <a:pathLst>
                <a:path h="1236218" w="11233658">
                  <a:moveTo>
                    <a:pt x="8509" y="0"/>
                  </a:moveTo>
                  <a:lnTo>
                    <a:pt x="11225149" y="0"/>
                  </a:lnTo>
                  <a:cubicBezTo>
                    <a:pt x="11229848" y="0"/>
                    <a:pt x="11233658" y="3810"/>
                    <a:pt x="11233658" y="8509"/>
                  </a:cubicBezTo>
                  <a:lnTo>
                    <a:pt x="11233658" y="1227709"/>
                  </a:lnTo>
                  <a:cubicBezTo>
                    <a:pt x="11233658" y="1232408"/>
                    <a:pt x="11229848" y="1236218"/>
                    <a:pt x="11225149" y="1236218"/>
                  </a:cubicBezTo>
                  <a:lnTo>
                    <a:pt x="8509" y="1236218"/>
                  </a:lnTo>
                  <a:cubicBezTo>
                    <a:pt x="3810" y="1236218"/>
                    <a:pt x="0" y="1232408"/>
                    <a:pt x="0" y="1227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27709"/>
                  </a:lnTo>
                  <a:lnTo>
                    <a:pt x="8509" y="1227709"/>
                  </a:lnTo>
                  <a:lnTo>
                    <a:pt x="8509" y="1219200"/>
                  </a:lnTo>
                  <a:lnTo>
                    <a:pt x="11225149" y="1219200"/>
                  </a:lnTo>
                  <a:lnTo>
                    <a:pt x="11225149" y="1227709"/>
                  </a:lnTo>
                  <a:lnTo>
                    <a:pt x="11216640" y="1227709"/>
                  </a:lnTo>
                  <a:lnTo>
                    <a:pt x="11216640" y="8509"/>
                  </a:lnTo>
                  <a:lnTo>
                    <a:pt x="11225149" y="8509"/>
                  </a:lnTo>
                  <a:lnTo>
                    <a:pt x="11225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731520" y="7498080"/>
            <a:ext cx="822960" cy="914400"/>
            <a:chOff x="0" y="0"/>
            <a:chExt cx="1097280" cy="12192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97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85149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768096" y="7589520"/>
            <a:ext cx="749808" cy="731520"/>
            <a:chOff x="0" y="0"/>
            <a:chExt cx="999744" cy="97536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99744" cy="975360"/>
            </a:xfrm>
            <a:custGeom>
              <a:avLst/>
              <a:gdLst/>
              <a:ahLst/>
              <a:cxnLst/>
              <a:rect r="r" b="b" t="t" l="l"/>
              <a:pathLst>
                <a:path h="975360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174" t="0" r="-75174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57150"/>
              <a:ext cx="999744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737360" y="7680960"/>
            <a:ext cx="7132320" cy="640080"/>
            <a:chOff x="0" y="0"/>
            <a:chExt cx="9509760" cy="8534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509760" cy="853440"/>
            </a:xfrm>
            <a:custGeom>
              <a:avLst/>
              <a:gdLst/>
              <a:ahLst/>
              <a:cxnLst/>
              <a:rect r="r" b="b" t="t" l="l"/>
              <a:pathLst>
                <a:path h="8534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18" r="0" b="-167118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950976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Procurement Workflow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725167" y="8680447"/>
            <a:ext cx="8425177" cy="927097"/>
            <a:chOff x="0" y="0"/>
            <a:chExt cx="11233569" cy="1236129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8509" y="8509"/>
              <a:ext cx="11216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1233658" cy="1236218"/>
            </a:xfrm>
            <a:custGeom>
              <a:avLst/>
              <a:gdLst/>
              <a:ahLst/>
              <a:cxnLst/>
              <a:rect r="r" b="b" t="t" l="l"/>
              <a:pathLst>
                <a:path h="1236218" w="11233658">
                  <a:moveTo>
                    <a:pt x="8509" y="0"/>
                  </a:moveTo>
                  <a:lnTo>
                    <a:pt x="11225149" y="0"/>
                  </a:lnTo>
                  <a:cubicBezTo>
                    <a:pt x="11229848" y="0"/>
                    <a:pt x="11233658" y="3810"/>
                    <a:pt x="11233658" y="8509"/>
                  </a:cubicBezTo>
                  <a:lnTo>
                    <a:pt x="11233658" y="1227709"/>
                  </a:lnTo>
                  <a:cubicBezTo>
                    <a:pt x="11233658" y="1232408"/>
                    <a:pt x="11229848" y="1236218"/>
                    <a:pt x="11225149" y="1236218"/>
                  </a:cubicBezTo>
                  <a:lnTo>
                    <a:pt x="8509" y="1236218"/>
                  </a:lnTo>
                  <a:cubicBezTo>
                    <a:pt x="3810" y="1236218"/>
                    <a:pt x="0" y="1232408"/>
                    <a:pt x="0" y="1227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27709"/>
                  </a:lnTo>
                  <a:lnTo>
                    <a:pt x="8509" y="1227709"/>
                  </a:lnTo>
                  <a:lnTo>
                    <a:pt x="8509" y="1219200"/>
                  </a:lnTo>
                  <a:lnTo>
                    <a:pt x="11225149" y="1219200"/>
                  </a:lnTo>
                  <a:lnTo>
                    <a:pt x="11225149" y="1227709"/>
                  </a:lnTo>
                  <a:lnTo>
                    <a:pt x="11216640" y="1227709"/>
                  </a:lnTo>
                  <a:lnTo>
                    <a:pt x="11216640" y="8509"/>
                  </a:lnTo>
                  <a:lnTo>
                    <a:pt x="11225149" y="8509"/>
                  </a:lnTo>
                  <a:lnTo>
                    <a:pt x="11225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731520" y="8686800"/>
            <a:ext cx="822960" cy="914400"/>
            <a:chOff x="0" y="0"/>
            <a:chExt cx="1097280" cy="12192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97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768096" y="8778240"/>
            <a:ext cx="749808" cy="731520"/>
            <a:chOff x="0" y="0"/>
            <a:chExt cx="999744" cy="97536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99744" cy="975360"/>
            </a:xfrm>
            <a:custGeom>
              <a:avLst/>
              <a:gdLst/>
              <a:ahLst/>
              <a:cxnLst/>
              <a:rect r="r" b="b" t="t" l="l"/>
              <a:pathLst>
                <a:path h="975360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174" t="0" r="-75174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57150"/>
              <a:ext cx="999744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737360" y="8869680"/>
            <a:ext cx="7132320" cy="640080"/>
            <a:chOff x="0" y="0"/>
            <a:chExt cx="9509760" cy="85344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9509760" cy="853440"/>
            </a:xfrm>
            <a:custGeom>
              <a:avLst/>
              <a:gdLst/>
              <a:ahLst/>
              <a:cxnLst/>
              <a:rect r="r" b="b" t="t" l="l"/>
              <a:pathLst>
                <a:path h="8534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18" r="0" b="-167118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47625"/>
              <a:ext cx="950976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Production Flow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9686287" y="1548127"/>
            <a:ext cx="8425177" cy="927097"/>
            <a:chOff x="0" y="0"/>
            <a:chExt cx="11233569" cy="1236129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8509" y="8509"/>
              <a:ext cx="11216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1233658" cy="1236218"/>
            </a:xfrm>
            <a:custGeom>
              <a:avLst/>
              <a:gdLst/>
              <a:ahLst/>
              <a:cxnLst/>
              <a:rect r="r" b="b" t="t" l="l"/>
              <a:pathLst>
                <a:path h="1236218" w="11233658">
                  <a:moveTo>
                    <a:pt x="8509" y="0"/>
                  </a:moveTo>
                  <a:lnTo>
                    <a:pt x="11225149" y="0"/>
                  </a:lnTo>
                  <a:cubicBezTo>
                    <a:pt x="11229848" y="0"/>
                    <a:pt x="11233658" y="3810"/>
                    <a:pt x="11233658" y="8509"/>
                  </a:cubicBezTo>
                  <a:lnTo>
                    <a:pt x="11233658" y="1227709"/>
                  </a:lnTo>
                  <a:cubicBezTo>
                    <a:pt x="11233658" y="1232408"/>
                    <a:pt x="11229848" y="1236218"/>
                    <a:pt x="11225149" y="1236218"/>
                  </a:cubicBezTo>
                  <a:lnTo>
                    <a:pt x="8509" y="1236218"/>
                  </a:lnTo>
                  <a:cubicBezTo>
                    <a:pt x="3810" y="1236218"/>
                    <a:pt x="0" y="1232408"/>
                    <a:pt x="0" y="1227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27709"/>
                  </a:lnTo>
                  <a:lnTo>
                    <a:pt x="8509" y="1227709"/>
                  </a:lnTo>
                  <a:lnTo>
                    <a:pt x="8509" y="1219200"/>
                  </a:lnTo>
                  <a:lnTo>
                    <a:pt x="11225149" y="1219200"/>
                  </a:lnTo>
                  <a:lnTo>
                    <a:pt x="11225149" y="1227709"/>
                  </a:lnTo>
                  <a:lnTo>
                    <a:pt x="11216640" y="1227709"/>
                  </a:lnTo>
                  <a:lnTo>
                    <a:pt x="11216640" y="8509"/>
                  </a:lnTo>
                  <a:lnTo>
                    <a:pt x="11225149" y="8509"/>
                  </a:lnTo>
                  <a:lnTo>
                    <a:pt x="11225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9692640" y="1554480"/>
            <a:ext cx="822960" cy="914400"/>
            <a:chOff x="0" y="0"/>
            <a:chExt cx="1097280" cy="12192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97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39D353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9729216" y="1645920"/>
            <a:ext cx="749808" cy="731520"/>
            <a:chOff x="0" y="0"/>
            <a:chExt cx="999744" cy="97536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99744" cy="975360"/>
            </a:xfrm>
            <a:custGeom>
              <a:avLst/>
              <a:gdLst/>
              <a:ahLst/>
              <a:cxnLst/>
              <a:rect r="r" b="b" t="t" l="l"/>
              <a:pathLst>
                <a:path h="975360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174" t="0" r="-75174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57150"/>
              <a:ext cx="999744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0698480" y="1737360"/>
            <a:ext cx="7132320" cy="640080"/>
            <a:chOff x="0" y="0"/>
            <a:chExt cx="9509760" cy="85344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9509760" cy="853440"/>
            </a:xfrm>
            <a:custGeom>
              <a:avLst/>
              <a:gdLst/>
              <a:ahLst/>
              <a:cxnLst/>
              <a:rect r="r" b="b" t="t" l="l"/>
              <a:pathLst>
                <a:path h="8534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18" r="0" b="-167118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950976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Inventory Management Flow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9686287" y="2736847"/>
            <a:ext cx="8425177" cy="927097"/>
            <a:chOff x="0" y="0"/>
            <a:chExt cx="11233569" cy="1236129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8509" y="8509"/>
              <a:ext cx="11216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1233658" cy="1236218"/>
            </a:xfrm>
            <a:custGeom>
              <a:avLst/>
              <a:gdLst/>
              <a:ahLst/>
              <a:cxnLst/>
              <a:rect r="r" b="b" t="t" l="l"/>
              <a:pathLst>
                <a:path h="1236218" w="11233658">
                  <a:moveTo>
                    <a:pt x="8509" y="0"/>
                  </a:moveTo>
                  <a:lnTo>
                    <a:pt x="11225149" y="0"/>
                  </a:lnTo>
                  <a:cubicBezTo>
                    <a:pt x="11229848" y="0"/>
                    <a:pt x="11233658" y="3810"/>
                    <a:pt x="11233658" y="8509"/>
                  </a:cubicBezTo>
                  <a:lnTo>
                    <a:pt x="11233658" y="1227709"/>
                  </a:lnTo>
                  <a:cubicBezTo>
                    <a:pt x="11233658" y="1232408"/>
                    <a:pt x="11229848" y="1236218"/>
                    <a:pt x="11225149" y="1236218"/>
                  </a:cubicBezTo>
                  <a:lnTo>
                    <a:pt x="8509" y="1236218"/>
                  </a:lnTo>
                  <a:cubicBezTo>
                    <a:pt x="3810" y="1236218"/>
                    <a:pt x="0" y="1232408"/>
                    <a:pt x="0" y="1227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27709"/>
                  </a:lnTo>
                  <a:lnTo>
                    <a:pt x="8509" y="1227709"/>
                  </a:lnTo>
                  <a:lnTo>
                    <a:pt x="8509" y="1219200"/>
                  </a:lnTo>
                  <a:lnTo>
                    <a:pt x="11225149" y="1219200"/>
                  </a:lnTo>
                  <a:lnTo>
                    <a:pt x="11225149" y="1227709"/>
                  </a:lnTo>
                  <a:lnTo>
                    <a:pt x="11216640" y="1227709"/>
                  </a:lnTo>
                  <a:lnTo>
                    <a:pt x="11216640" y="8509"/>
                  </a:lnTo>
                  <a:lnTo>
                    <a:pt x="11225149" y="8509"/>
                  </a:lnTo>
                  <a:lnTo>
                    <a:pt x="11225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9692640" y="2743200"/>
            <a:ext cx="822960" cy="914400"/>
            <a:chOff x="0" y="0"/>
            <a:chExt cx="1097280" cy="12192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097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9729216" y="2834640"/>
            <a:ext cx="749808" cy="731520"/>
            <a:chOff x="0" y="0"/>
            <a:chExt cx="999744" cy="97536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999744" cy="975360"/>
            </a:xfrm>
            <a:custGeom>
              <a:avLst/>
              <a:gdLst/>
              <a:ahLst/>
              <a:cxnLst/>
              <a:rect r="r" b="b" t="t" l="l"/>
              <a:pathLst>
                <a:path h="975360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174" t="0" r="-75174" b="0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57150"/>
              <a:ext cx="999744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0698480" y="2926080"/>
            <a:ext cx="7132320" cy="640080"/>
            <a:chOff x="0" y="0"/>
            <a:chExt cx="9509760" cy="85344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9509760" cy="853440"/>
            </a:xfrm>
            <a:custGeom>
              <a:avLst/>
              <a:gdLst/>
              <a:ahLst/>
              <a:cxnLst/>
              <a:rect r="r" b="b" t="t" l="l"/>
              <a:pathLst>
                <a:path h="8534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18" r="0" b="-167118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47625"/>
              <a:ext cx="950976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Meal Planning Flow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9686287" y="3925567"/>
            <a:ext cx="8425177" cy="927097"/>
            <a:chOff x="0" y="0"/>
            <a:chExt cx="11233569" cy="1236129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8509" y="8509"/>
              <a:ext cx="11216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1233658" cy="1236218"/>
            </a:xfrm>
            <a:custGeom>
              <a:avLst/>
              <a:gdLst/>
              <a:ahLst/>
              <a:cxnLst/>
              <a:rect r="r" b="b" t="t" l="l"/>
              <a:pathLst>
                <a:path h="1236218" w="11233658">
                  <a:moveTo>
                    <a:pt x="8509" y="0"/>
                  </a:moveTo>
                  <a:lnTo>
                    <a:pt x="11225149" y="0"/>
                  </a:lnTo>
                  <a:cubicBezTo>
                    <a:pt x="11229848" y="0"/>
                    <a:pt x="11233658" y="3810"/>
                    <a:pt x="11233658" y="8509"/>
                  </a:cubicBezTo>
                  <a:lnTo>
                    <a:pt x="11233658" y="1227709"/>
                  </a:lnTo>
                  <a:cubicBezTo>
                    <a:pt x="11233658" y="1232408"/>
                    <a:pt x="11229848" y="1236218"/>
                    <a:pt x="11225149" y="1236218"/>
                  </a:cubicBezTo>
                  <a:lnTo>
                    <a:pt x="8509" y="1236218"/>
                  </a:lnTo>
                  <a:cubicBezTo>
                    <a:pt x="3810" y="1236218"/>
                    <a:pt x="0" y="1232408"/>
                    <a:pt x="0" y="1227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27709"/>
                  </a:lnTo>
                  <a:lnTo>
                    <a:pt x="8509" y="1227709"/>
                  </a:lnTo>
                  <a:lnTo>
                    <a:pt x="8509" y="1219200"/>
                  </a:lnTo>
                  <a:lnTo>
                    <a:pt x="11225149" y="1219200"/>
                  </a:lnTo>
                  <a:lnTo>
                    <a:pt x="11225149" y="1227709"/>
                  </a:lnTo>
                  <a:lnTo>
                    <a:pt x="11216640" y="1227709"/>
                  </a:lnTo>
                  <a:lnTo>
                    <a:pt x="11216640" y="8509"/>
                  </a:lnTo>
                  <a:lnTo>
                    <a:pt x="11225149" y="8509"/>
                  </a:lnTo>
                  <a:lnTo>
                    <a:pt x="11225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9692640" y="3931920"/>
            <a:ext cx="822960" cy="914400"/>
            <a:chOff x="0" y="0"/>
            <a:chExt cx="1097280" cy="121920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097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9729216" y="4023360"/>
            <a:ext cx="749808" cy="731520"/>
            <a:chOff x="0" y="0"/>
            <a:chExt cx="999744" cy="97536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999744" cy="975360"/>
            </a:xfrm>
            <a:custGeom>
              <a:avLst/>
              <a:gdLst/>
              <a:ahLst/>
              <a:cxnLst/>
              <a:rect r="r" b="b" t="t" l="l"/>
              <a:pathLst>
                <a:path h="975360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174" t="0" r="-75174" b="0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57150"/>
              <a:ext cx="999744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0698480" y="4114800"/>
            <a:ext cx="7132320" cy="640080"/>
            <a:chOff x="0" y="0"/>
            <a:chExt cx="9509760" cy="853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9509760" cy="853440"/>
            </a:xfrm>
            <a:custGeom>
              <a:avLst/>
              <a:gdLst/>
              <a:ahLst/>
              <a:cxnLst/>
              <a:rect r="r" b="b" t="t" l="l"/>
              <a:pathLst>
                <a:path h="8534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18" r="0" b="-167118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47625"/>
              <a:ext cx="950976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Sales Flow &amp; Customer CRM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9686287" y="5114287"/>
            <a:ext cx="8425177" cy="927097"/>
            <a:chOff x="0" y="0"/>
            <a:chExt cx="11233569" cy="1236129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8509" y="8509"/>
              <a:ext cx="11216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11233658" cy="1236218"/>
            </a:xfrm>
            <a:custGeom>
              <a:avLst/>
              <a:gdLst/>
              <a:ahLst/>
              <a:cxnLst/>
              <a:rect r="r" b="b" t="t" l="l"/>
              <a:pathLst>
                <a:path h="1236218" w="11233658">
                  <a:moveTo>
                    <a:pt x="8509" y="0"/>
                  </a:moveTo>
                  <a:lnTo>
                    <a:pt x="11225149" y="0"/>
                  </a:lnTo>
                  <a:cubicBezTo>
                    <a:pt x="11229848" y="0"/>
                    <a:pt x="11233658" y="3810"/>
                    <a:pt x="11233658" y="8509"/>
                  </a:cubicBezTo>
                  <a:lnTo>
                    <a:pt x="11233658" y="1227709"/>
                  </a:lnTo>
                  <a:cubicBezTo>
                    <a:pt x="11233658" y="1232408"/>
                    <a:pt x="11229848" y="1236218"/>
                    <a:pt x="11225149" y="1236218"/>
                  </a:cubicBezTo>
                  <a:lnTo>
                    <a:pt x="8509" y="1236218"/>
                  </a:lnTo>
                  <a:cubicBezTo>
                    <a:pt x="3810" y="1236218"/>
                    <a:pt x="0" y="1232408"/>
                    <a:pt x="0" y="1227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27709"/>
                  </a:lnTo>
                  <a:lnTo>
                    <a:pt x="8509" y="1227709"/>
                  </a:lnTo>
                  <a:lnTo>
                    <a:pt x="8509" y="1219200"/>
                  </a:lnTo>
                  <a:lnTo>
                    <a:pt x="11225149" y="1219200"/>
                  </a:lnTo>
                  <a:lnTo>
                    <a:pt x="11225149" y="1227709"/>
                  </a:lnTo>
                  <a:lnTo>
                    <a:pt x="11216640" y="1227709"/>
                  </a:lnTo>
                  <a:lnTo>
                    <a:pt x="11216640" y="8509"/>
                  </a:lnTo>
                  <a:lnTo>
                    <a:pt x="11225149" y="8509"/>
                  </a:lnTo>
                  <a:lnTo>
                    <a:pt x="11225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9692640" y="5120640"/>
            <a:ext cx="822960" cy="914400"/>
            <a:chOff x="0" y="0"/>
            <a:chExt cx="1097280" cy="121920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097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9729216" y="5212080"/>
            <a:ext cx="749808" cy="731520"/>
            <a:chOff x="0" y="0"/>
            <a:chExt cx="999744" cy="97536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999744" cy="975360"/>
            </a:xfrm>
            <a:custGeom>
              <a:avLst/>
              <a:gdLst/>
              <a:ahLst/>
              <a:cxnLst/>
              <a:rect r="r" b="b" t="t" l="l"/>
              <a:pathLst>
                <a:path h="975360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174" t="0" r="-75174" b="0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57150"/>
              <a:ext cx="999744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0698480" y="5303520"/>
            <a:ext cx="7132320" cy="640080"/>
            <a:chOff x="0" y="0"/>
            <a:chExt cx="9509760" cy="85344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9509760" cy="853440"/>
            </a:xfrm>
            <a:custGeom>
              <a:avLst/>
              <a:gdLst/>
              <a:ahLst/>
              <a:cxnLst/>
              <a:rect r="r" b="b" t="t" l="l"/>
              <a:pathLst>
                <a:path h="8534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18" r="0" b="-167118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47625"/>
              <a:ext cx="950976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Backend API Endpoint Map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9686287" y="6303007"/>
            <a:ext cx="8425177" cy="927097"/>
            <a:chOff x="0" y="0"/>
            <a:chExt cx="11233569" cy="1236129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8509" y="8509"/>
              <a:ext cx="11216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1233658" cy="1236218"/>
            </a:xfrm>
            <a:custGeom>
              <a:avLst/>
              <a:gdLst/>
              <a:ahLst/>
              <a:cxnLst/>
              <a:rect r="r" b="b" t="t" l="l"/>
              <a:pathLst>
                <a:path h="1236218" w="11233658">
                  <a:moveTo>
                    <a:pt x="8509" y="0"/>
                  </a:moveTo>
                  <a:lnTo>
                    <a:pt x="11225149" y="0"/>
                  </a:lnTo>
                  <a:cubicBezTo>
                    <a:pt x="11229848" y="0"/>
                    <a:pt x="11233658" y="3810"/>
                    <a:pt x="11233658" y="8509"/>
                  </a:cubicBezTo>
                  <a:lnTo>
                    <a:pt x="11233658" y="1227709"/>
                  </a:lnTo>
                  <a:cubicBezTo>
                    <a:pt x="11233658" y="1232408"/>
                    <a:pt x="11229848" y="1236218"/>
                    <a:pt x="11225149" y="1236218"/>
                  </a:cubicBezTo>
                  <a:lnTo>
                    <a:pt x="8509" y="1236218"/>
                  </a:lnTo>
                  <a:cubicBezTo>
                    <a:pt x="3810" y="1236218"/>
                    <a:pt x="0" y="1232408"/>
                    <a:pt x="0" y="1227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27709"/>
                  </a:lnTo>
                  <a:lnTo>
                    <a:pt x="8509" y="1227709"/>
                  </a:lnTo>
                  <a:lnTo>
                    <a:pt x="8509" y="1219200"/>
                  </a:lnTo>
                  <a:lnTo>
                    <a:pt x="11225149" y="1219200"/>
                  </a:lnTo>
                  <a:lnTo>
                    <a:pt x="11225149" y="1227709"/>
                  </a:lnTo>
                  <a:lnTo>
                    <a:pt x="11216640" y="1227709"/>
                  </a:lnTo>
                  <a:lnTo>
                    <a:pt x="11216640" y="8509"/>
                  </a:lnTo>
                  <a:lnTo>
                    <a:pt x="11225149" y="8509"/>
                  </a:lnTo>
                  <a:lnTo>
                    <a:pt x="11225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692640" y="6309360"/>
            <a:ext cx="822960" cy="914400"/>
            <a:chOff x="0" y="0"/>
            <a:chExt cx="1097280" cy="121920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097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729216" y="6400800"/>
            <a:ext cx="749808" cy="731520"/>
            <a:chOff x="0" y="0"/>
            <a:chExt cx="999744" cy="97536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999744" cy="975360"/>
            </a:xfrm>
            <a:custGeom>
              <a:avLst/>
              <a:gdLst/>
              <a:ahLst/>
              <a:cxnLst/>
              <a:rect r="r" b="b" t="t" l="l"/>
              <a:pathLst>
                <a:path h="975360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174" t="0" r="-75174" b="0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57150"/>
              <a:ext cx="999744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10698480" y="6492240"/>
            <a:ext cx="7132320" cy="640080"/>
            <a:chOff x="0" y="0"/>
            <a:chExt cx="9509760" cy="85344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9509760" cy="853440"/>
            </a:xfrm>
            <a:custGeom>
              <a:avLst/>
              <a:gdLst/>
              <a:ahLst/>
              <a:cxnLst/>
              <a:rect r="r" b="b" t="t" l="l"/>
              <a:pathLst>
                <a:path h="8534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18" r="0" b="-167118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47625"/>
              <a:ext cx="950976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Redux State Tree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9686287" y="7491727"/>
            <a:ext cx="8425177" cy="927097"/>
            <a:chOff x="0" y="0"/>
            <a:chExt cx="11233569" cy="1236129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8509" y="8509"/>
              <a:ext cx="11216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11233658" cy="1236218"/>
            </a:xfrm>
            <a:custGeom>
              <a:avLst/>
              <a:gdLst/>
              <a:ahLst/>
              <a:cxnLst/>
              <a:rect r="r" b="b" t="t" l="l"/>
              <a:pathLst>
                <a:path h="1236218" w="11233658">
                  <a:moveTo>
                    <a:pt x="8509" y="0"/>
                  </a:moveTo>
                  <a:lnTo>
                    <a:pt x="11225149" y="0"/>
                  </a:lnTo>
                  <a:cubicBezTo>
                    <a:pt x="11229848" y="0"/>
                    <a:pt x="11233658" y="3810"/>
                    <a:pt x="11233658" y="8509"/>
                  </a:cubicBezTo>
                  <a:lnTo>
                    <a:pt x="11233658" y="1227709"/>
                  </a:lnTo>
                  <a:cubicBezTo>
                    <a:pt x="11233658" y="1232408"/>
                    <a:pt x="11229848" y="1236218"/>
                    <a:pt x="11225149" y="1236218"/>
                  </a:cubicBezTo>
                  <a:lnTo>
                    <a:pt x="8509" y="1236218"/>
                  </a:lnTo>
                  <a:cubicBezTo>
                    <a:pt x="3810" y="1236218"/>
                    <a:pt x="0" y="1232408"/>
                    <a:pt x="0" y="1227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27709"/>
                  </a:lnTo>
                  <a:lnTo>
                    <a:pt x="8509" y="1227709"/>
                  </a:lnTo>
                  <a:lnTo>
                    <a:pt x="8509" y="1219200"/>
                  </a:lnTo>
                  <a:lnTo>
                    <a:pt x="11225149" y="1219200"/>
                  </a:lnTo>
                  <a:lnTo>
                    <a:pt x="11225149" y="1227709"/>
                  </a:lnTo>
                  <a:lnTo>
                    <a:pt x="11216640" y="1227709"/>
                  </a:lnTo>
                  <a:lnTo>
                    <a:pt x="11216640" y="8509"/>
                  </a:lnTo>
                  <a:lnTo>
                    <a:pt x="11225149" y="8509"/>
                  </a:lnTo>
                  <a:lnTo>
                    <a:pt x="11225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9692640" y="7498080"/>
            <a:ext cx="822960" cy="914400"/>
            <a:chOff x="0" y="0"/>
            <a:chExt cx="1097280" cy="121920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1097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9729216" y="7589520"/>
            <a:ext cx="749808" cy="731520"/>
            <a:chOff x="0" y="0"/>
            <a:chExt cx="999744" cy="975360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999744" cy="975360"/>
            </a:xfrm>
            <a:custGeom>
              <a:avLst/>
              <a:gdLst/>
              <a:ahLst/>
              <a:cxnLst/>
              <a:rect r="r" b="b" t="t" l="l"/>
              <a:pathLst>
                <a:path h="975360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174" t="0" r="-75174" b="0"/>
              </a:stretch>
            </a:blipFill>
          </p:spPr>
        </p:sp>
        <p:sp>
          <p:nvSpPr>
            <p:cNvPr name="TextBox 152" id="152"/>
            <p:cNvSpPr txBox="true"/>
            <p:nvPr/>
          </p:nvSpPr>
          <p:spPr>
            <a:xfrm>
              <a:off x="0" y="-57150"/>
              <a:ext cx="999744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</a:t>
              </a:r>
            </a:p>
          </p:txBody>
        </p:sp>
      </p:grpSp>
      <p:grpSp>
        <p:nvGrpSpPr>
          <p:cNvPr name="Group 153" id="153"/>
          <p:cNvGrpSpPr/>
          <p:nvPr/>
        </p:nvGrpSpPr>
        <p:grpSpPr>
          <a:xfrm rot="0">
            <a:off x="10698480" y="7680960"/>
            <a:ext cx="7132320" cy="640080"/>
            <a:chOff x="0" y="0"/>
            <a:chExt cx="9509760" cy="853440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9509760" cy="853440"/>
            </a:xfrm>
            <a:custGeom>
              <a:avLst/>
              <a:gdLst/>
              <a:ahLst/>
              <a:cxnLst/>
              <a:rect r="r" b="b" t="t" l="l"/>
              <a:pathLst>
                <a:path h="8534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18" r="0" b="-167118"/>
              </a:stretch>
            </a:blipFill>
          </p:spPr>
        </p:sp>
        <p:sp>
          <p:nvSpPr>
            <p:cNvPr name="TextBox 155" id="155"/>
            <p:cNvSpPr txBox="true"/>
            <p:nvPr/>
          </p:nvSpPr>
          <p:spPr>
            <a:xfrm>
              <a:off x="0" y="-47625"/>
              <a:ext cx="950976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Mobile App Navigation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46304" cy="1316736"/>
            <a:chOff x="0" y="0"/>
            <a:chExt cx="195072" cy="17556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072" cy="1755648"/>
            </a:xfrm>
            <a:custGeom>
              <a:avLst/>
              <a:gdLst/>
              <a:ahLst/>
              <a:cxnLst/>
              <a:rect r="r" b="b" t="t" l="l"/>
              <a:pathLst>
                <a:path h="175564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65760" y="109728"/>
            <a:ext cx="12801600" cy="822960"/>
            <a:chOff x="0" y="0"/>
            <a:chExt cx="1706880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70688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58A6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— System Architecture Overview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65760" y="877824"/>
            <a:ext cx="16459200" cy="402336"/>
            <a:chOff x="0" y="0"/>
            <a:chExt cx="21945600" cy="5364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7115" r="0" b="-74711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945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Three-Tier Full-Stack: React Web + Spring Boot + MySQL + React Native Mobile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61623" y="1541783"/>
            <a:ext cx="4414523" cy="7706363"/>
            <a:chOff x="0" y="0"/>
            <a:chExt cx="5886031" cy="102751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5852160" cy="10241281"/>
            </a:xfrm>
            <a:custGeom>
              <a:avLst/>
              <a:gdLst/>
              <a:ahLst/>
              <a:cxnLst/>
              <a:rect r="r" b="b" t="t" l="l"/>
              <a:pathLst>
                <a:path h="10241281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241281"/>
                  </a:lnTo>
                  <a:lnTo>
                    <a:pt x="0" y="10241281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885942" cy="10275062"/>
            </a:xfrm>
            <a:custGeom>
              <a:avLst/>
              <a:gdLst/>
              <a:ahLst/>
              <a:cxnLst/>
              <a:rect r="r" b="b" t="t" l="l"/>
              <a:pathLst>
                <a:path h="10275062" w="5885942">
                  <a:moveTo>
                    <a:pt x="16891" y="0"/>
                  </a:moveTo>
                  <a:lnTo>
                    <a:pt x="5869051" y="0"/>
                  </a:lnTo>
                  <a:cubicBezTo>
                    <a:pt x="5878449" y="0"/>
                    <a:pt x="5885942" y="7620"/>
                    <a:pt x="5885942" y="16891"/>
                  </a:cubicBezTo>
                  <a:lnTo>
                    <a:pt x="5885942" y="10258172"/>
                  </a:lnTo>
                  <a:cubicBezTo>
                    <a:pt x="5885942" y="10267569"/>
                    <a:pt x="5878322" y="10275062"/>
                    <a:pt x="5869051" y="10275062"/>
                  </a:cubicBezTo>
                  <a:lnTo>
                    <a:pt x="16891" y="10275062"/>
                  </a:lnTo>
                  <a:cubicBezTo>
                    <a:pt x="7493" y="10275062"/>
                    <a:pt x="0" y="10267442"/>
                    <a:pt x="0" y="102581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58172"/>
                  </a:lnTo>
                  <a:lnTo>
                    <a:pt x="16891" y="10258172"/>
                  </a:lnTo>
                  <a:lnTo>
                    <a:pt x="16891" y="10241280"/>
                  </a:lnTo>
                  <a:lnTo>
                    <a:pt x="5869051" y="10241280"/>
                  </a:lnTo>
                  <a:lnTo>
                    <a:pt x="5869051" y="10258172"/>
                  </a:lnTo>
                  <a:lnTo>
                    <a:pt x="5852160" y="10258172"/>
                  </a:lnTo>
                  <a:lnTo>
                    <a:pt x="5852160" y="16891"/>
                  </a:lnTo>
                  <a:lnTo>
                    <a:pt x="5869051" y="16891"/>
                  </a:lnTo>
                  <a:lnTo>
                    <a:pt x="5869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74320" y="1554480"/>
            <a:ext cx="4389120" cy="512064"/>
            <a:chOff x="0" y="0"/>
            <a:chExt cx="5852160" cy="6827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852160" cy="682752"/>
            </a:xfrm>
            <a:custGeom>
              <a:avLst/>
              <a:gdLst/>
              <a:ahLst/>
              <a:cxnLst/>
              <a:rect r="r" b="b" t="t" l="l"/>
              <a:pathLst>
                <a:path h="68275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84048" y="1591056"/>
            <a:ext cx="4206240" cy="438912"/>
            <a:chOff x="0" y="0"/>
            <a:chExt cx="5608320" cy="5852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608320" cy="585216"/>
            </a:xfrm>
            <a:custGeom>
              <a:avLst/>
              <a:gdLst/>
              <a:ahLst/>
              <a:cxnLst/>
              <a:rect r="r" b="b" t="t" l="l"/>
              <a:pathLst>
                <a:path h="585216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731" r="0" b="-13673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6083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React Web App (food-management)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57200" y="2121408"/>
            <a:ext cx="4023360" cy="3657600"/>
            <a:chOff x="0" y="0"/>
            <a:chExt cx="5364480" cy="4876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64480" cy="4876800"/>
            </a:xfrm>
            <a:custGeom>
              <a:avLst/>
              <a:gdLst/>
              <a:ahLst/>
              <a:cxnLst/>
              <a:rect r="r" b="b" t="t" l="l"/>
              <a:pathLst>
                <a:path h="48768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364480" cy="491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Redux Store (auth + recipes)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 Router v6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Axios HTTP Services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JWT in localStorage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─────────────────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60+ Pages / Screens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Dashboard, Recipes,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Inventory, Procurement,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Meal Plan, Menu, Sales,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Reports, CRM, Admin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─────────────────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Port: localhost:3000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473703" y="1541783"/>
            <a:ext cx="7340603" cy="7706363"/>
            <a:chOff x="0" y="0"/>
            <a:chExt cx="9787471" cy="1027515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9753600" cy="10241281"/>
            </a:xfrm>
            <a:custGeom>
              <a:avLst/>
              <a:gdLst/>
              <a:ahLst/>
              <a:cxnLst/>
              <a:rect r="r" b="b" t="t" l="l"/>
              <a:pathLst>
                <a:path h="10241281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241281"/>
                  </a:lnTo>
                  <a:lnTo>
                    <a:pt x="0" y="10241281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787382" cy="10275062"/>
            </a:xfrm>
            <a:custGeom>
              <a:avLst/>
              <a:gdLst/>
              <a:ahLst/>
              <a:cxnLst/>
              <a:rect r="r" b="b" t="t" l="l"/>
              <a:pathLst>
                <a:path h="10275062" w="9787382">
                  <a:moveTo>
                    <a:pt x="16891" y="0"/>
                  </a:moveTo>
                  <a:lnTo>
                    <a:pt x="9770491" y="0"/>
                  </a:lnTo>
                  <a:cubicBezTo>
                    <a:pt x="9779889" y="0"/>
                    <a:pt x="9787382" y="7620"/>
                    <a:pt x="9787382" y="16891"/>
                  </a:cubicBezTo>
                  <a:lnTo>
                    <a:pt x="9787382" y="10258172"/>
                  </a:lnTo>
                  <a:cubicBezTo>
                    <a:pt x="9787382" y="10267569"/>
                    <a:pt x="9779762" y="10275062"/>
                    <a:pt x="9770491" y="10275062"/>
                  </a:cubicBezTo>
                  <a:lnTo>
                    <a:pt x="16891" y="10275062"/>
                  </a:lnTo>
                  <a:cubicBezTo>
                    <a:pt x="7493" y="10275062"/>
                    <a:pt x="0" y="10267442"/>
                    <a:pt x="0" y="102581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58172"/>
                  </a:lnTo>
                  <a:lnTo>
                    <a:pt x="16891" y="10258172"/>
                  </a:lnTo>
                  <a:lnTo>
                    <a:pt x="16891" y="10241280"/>
                  </a:lnTo>
                  <a:lnTo>
                    <a:pt x="9770491" y="10241280"/>
                  </a:lnTo>
                  <a:lnTo>
                    <a:pt x="9770491" y="10258172"/>
                  </a:lnTo>
                  <a:lnTo>
                    <a:pt x="9753600" y="10258172"/>
                  </a:lnTo>
                  <a:lnTo>
                    <a:pt x="9753600" y="16891"/>
                  </a:lnTo>
                  <a:lnTo>
                    <a:pt x="9770491" y="16891"/>
                  </a:lnTo>
                  <a:lnTo>
                    <a:pt x="9770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486400" y="1554480"/>
            <a:ext cx="7315200" cy="512064"/>
            <a:chOff x="0" y="0"/>
            <a:chExt cx="9753600" cy="68275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596128" y="1591056"/>
            <a:ext cx="7132320" cy="438912"/>
            <a:chOff x="0" y="0"/>
            <a:chExt cx="9509760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509760" cy="585216"/>
            </a:xfrm>
            <a:custGeom>
              <a:avLst/>
              <a:gdLst/>
              <a:ahLst/>
              <a:cxnLst/>
              <a:rect r="r" b="b" t="t" l="l"/>
              <a:pathLst>
                <a:path h="585216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631" r="0" b="-2666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95097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Spring Boot Backend (src — Java 17)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669280" y="2121408"/>
            <a:ext cx="6949440" cy="3657600"/>
            <a:chOff x="0" y="0"/>
            <a:chExt cx="9265920" cy="4876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2659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528" t="0" r="-17528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9265920" cy="491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Spring Security + JWT Filter Chain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28 REST Controllers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 Service Classes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28 JPA Repositories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 Entity Classes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Groq AI Integration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Async Audit Logging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BCrypt + JwtUtils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─────────────────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Base URL: localhost:8080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/api/auth  /api/recipes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/api/inventory  /api/sales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/api/procurement  ...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570983" y="6936743"/>
            <a:ext cx="5146043" cy="2128523"/>
            <a:chOff x="0" y="0"/>
            <a:chExt cx="6861391" cy="283803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6827520" cy="2804160"/>
            </a:xfrm>
            <a:custGeom>
              <a:avLst/>
              <a:gdLst/>
              <a:ahLst/>
              <a:cxnLst/>
              <a:rect r="r" b="b" t="t" l="l"/>
              <a:pathLst>
                <a:path h="28041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861301" cy="2837942"/>
            </a:xfrm>
            <a:custGeom>
              <a:avLst/>
              <a:gdLst/>
              <a:ahLst/>
              <a:cxnLst/>
              <a:rect r="r" b="b" t="t" l="l"/>
              <a:pathLst>
                <a:path h="2837942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2821051"/>
                  </a:lnTo>
                  <a:cubicBezTo>
                    <a:pt x="6861301" y="2830449"/>
                    <a:pt x="6853682" y="2837942"/>
                    <a:pt x="6844411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6844411" y="2804160"/>
                  </a:lnTo>
                  <a:lnTo>
                    <a:pt x="6844411" y="2821051"/>
                  </a:lnTo>
                  <a:lnTo>
                    <a:pt x="6827520" y="282105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583680" y="6949440"/>
            <a:ext cx="5120640" cy="512064"/>
            <a:chOff x="0" y="0"/>
            <a:chExt cx="6827520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693408" y="6986016"/>
            <a:ext cx="4937760" cy="438912"/>
            <a:chOff x="0" y="0"/>
            <a:chExt cx="6583680" cy="58521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583680" cy="585216"/>
            </a:xfrm>
            <a:custGeom>
              <a:avLst/>
              <a:gdLst/>
              <a:ahLst/>
              <a:cxnLst/>
              <a:rect r="r" b="b" t="t" l="l"/>
              <a:pathLst>
                <a:path h="585216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65836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MySQL 8 — food_erp_db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766560" y="7516368"/>
            <a:ext cx="4754880" cy="640080"/>
            <a:chOff x="0" y="0"/>
            <a:chExt cx="6339840" cy="8534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339840" cy="853440"/>
            </a:xfrm>
            <a:custGeom>
              <a:avLst/>
              <a:gdLst/>
              <a:ahLst/>
              <a:cxnLst/>
              <a:rect r="r" b="b" t="t" l="l"/>
              <a:pathLst>
                <a:path h="85344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63398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~28 tables  ·  HikariCP Pool  ·  JPA/Hibernate DDL-Auto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611863" y="1541783"/>
            <a:ext cx="4414523" cy="7706363"/>
            <a:chOff x="0" y="0"/>
            <a:chExt cx="5886031" cy="1027515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5852160" cy="10241281"/>
            </a:xfrm>
            <a:custGeom>
              <a:avLst/>
              <a:gdLst/>
              <a:ahLst/>
              <a:cxnLst/>
              <a:rect r="r" b="b" t="t" l="l"/>
              <a:pathLst>
                <a:path h="10241281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241281"/>
                  </a:lnTo>
                  <a:lnTo>
                    <a:pt x="0" y="10241281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885942" cy="10275062"/>
            </a:xfrm>
            <a:custGeom>
              <a:avLst/>
              <a:gdLst/>
              <a:ahLst/>
              <a:cxnLst/>
              <a:rect r="r" b="b" t="t" l="l"/>
              <a:pathLst>
                <a:path h="10275062" w="5885942">
                  <a:moveTo>
                    <a:pt x="16891" y="0"/>
                  </a:moveTo>
                  <a:lnTo>
                    <a:pt x="5869051" y="0"/>
                  </a:lnTo>
                  <a:cubicBezTo>
                    <a:pt x="5878449" y="0"/>
                    <a:pt x="5885942" y="7620"/>
                    <a:pt x="5885942" y="16891"/>
                  </a:cubicBezTo>
                  <a:lnTo>
                    <a:pt x="5885942" y="10258172"/>
                  </a:lnTo>
                  <a:cubicBezTo>
                    <a:pt x="5885942" y="10267569"/>
                    <a:pt x="5878322" y="10275062"/>
                    <a:pt x="5869051" y="10275062"/>
                  </a:cubicBezTo>
                  <a:lnTo>
                    <a:pt x="16891" y="10275062"/>
                  </a:lnTo>
                  <a:cubicBezTo>
                    <a:pt x="7493" y="10275062"/>
                    <a:pt x="0" y="10267442"/>
                    <a:pt x="0" y="102581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58172"/>
                  </a:lnTo>
                  <a:lnTo>
                    <a:pt x="16891" y="10258172"/>
                  </a:lnTo>
                  <a:lnTo>
                    <a:pt x="16891" y="10241280"/>
                  </a:lnTo>
                  <a:lnTo>
                    <a:pt x="5869051" y="10241280"/>
                  </a:lnTo>
                  <a:lnTo>
                    <a:pt x="5869051" y="10258172"/>
                  </a:lnTo>
                  <a:lnTo>
                    <a:pt x="5852160" y="10258172"/>
                  </a:lnTo>
                  <a:lnTo>
                    <a:pt x="5852160" y="16891"/>
                  </a:lnTo>
                  <a:lnTo>
                    <a:pt x="5869051" y="16891"/>
                  </a:lnTo>
                  <a:lnTo>
                    <a:pt x="5869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3624560" y="1554480"/>
            <a:ext cx="4389120" cy="512064"/>
            <a:chOff x="0" y="0"/>
            <a:chExt cx="5852160" cy="68275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852160" cy="682752"/>
            </a:xfrm>
            <a:custGeom>
              <a:avLst/>
              <a:gdLst/>
              <a:ahLst/>
              <a:cxnLst/>
              <a:rect r="r" b="b" t="t" l="l"/>
              <a:pathLst>
                <a:path h="68275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3734288" y="1591056"/>
            <a:ext cx="4206240" cy="438912"/>
            <a:chOff x="0" y="0"/>
            <a:chExt cx="5608320" cy="5852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608320" cy="585216"/>
            </a:xfrm>
            <a:custGeom>
              <a:avLst/>
              <a:gdLst/>
              <a:ahLst/>
              <a:cxnLst/>
              <a:rect r="r" b="b" t="t" l="l"/>
              <a:pathLst>
                <a:path h="585216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731" r="0" b="-13673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56083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React Native (ForkifyERP 2 — Expo)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807440" y="2121408"/>
            <a:ext cx="4023360" cy="3657600"/>
            <a:chOff x="0" y="0"/>
            <a:chExt cx="5364480" cy="4876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364480" cy="4876800"/>
            </a:xfrm>
            <a:custGeom>
              <a:avLst/>
              <a:gdLst/>
              <a:ahLst/>
              <a:cxnLst/>
              <a:rect r="r" b="b" t="t" l="l"/>
              <a:pathLst>
                <a:path h="48768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5364480" cy="491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Expo Router (file-based)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Redux Store (auth)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Axios HTTP Services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JWT in SecureStore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─────────────────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Tabs: Dashboard,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Inventory, Recipes,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Procurement, More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─────────────────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iOS / Android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Auth guard on all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protected routes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4644390" y="5101590"/>
            <a:ext cx="861060" cy="38100"/>
            <a:chOff x="0" y="0"/>
            <a:chExt cx="1148080" cy="50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25400" y="0"/>
              <a:ext cx="1097280" cy="50800"/>
            </a:xfrm>
            <a:custGeom>
              <a:avLst/>
              <a:gdLst/>
              <a:ahLst/>
              <a:cxnLst/>
              <a:rect r="r" b="b" t="t" l="l"/>
              <a:pathLst>
                <a:path h="508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4023360" y="4389120"/>
            <a:ext cx="1828800" cy="914400"/>
            <a:chOff x="0" y="0"/>
            <a:chExt cx="2438400" cy="12192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438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243840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8A6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HTTPS/JSON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8A6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Bearer JWT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435840" y="4389120"/>
            <a:ext cx="1828800" cy="914400"/>
            <a:chOff x="0" y="0"/>
            <a:chExt cx="2438400" cy="12192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438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243840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BC8C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HTTPS/JSON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BC8C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Bearer JWT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124950" y="6930390"/>
            <a:ext cx="38100" cy="38100"/>
            <a:chOff x="0" y="0"/>
            <a:chExt cx="50800" cy="50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25400" y="0"/>
              <a:ext cx="0" cy="50800"/>
            </a:xfrm>
            <a:custGeom>
              <a:avLst/>
              <a:gdLst/>
              <a:ahLst/>
              <a:cxnLst/>
              <a:rect r="r" b="b" t="t" l="l"/>
              <a:pathLst>
                <a:path h="50800" w="0">
                  <a:moveTo>
                    <a:pt x="0" y="0"/>
                  </a:moveTo>
                  <a:lnTo>
                    <a:pt x="0" y="50800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46304" cy="1316736"/>
            <a:chOff x="0" y="0"/>
            <a:chExt cx="195072" cy="17556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072" cy="1755648"/>
            </a:xfrm>
            <a:custGeom>
              <a:avLst/>
              <a:gdLst/>
              <a:ahLst/>
              <a:cxnLst/>
              <a:rect r="r" b="b" t="t" l="l"/>
              <a:pathLst>
                <a:path h="175564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65760" y="109728"/>
            <a:ext cx="12801600" cy="822960"/>
            <a:chOff x="0" y="0"/>
            <a:chExt cx="1706880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70688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58A6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— Authentication Flow (JWT)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65760" y="877824"/>
            <a:ext cx="16459200" cy="402336"/>
            <a:chOff x="0" y="0"/>
            <a:chExt cx="21945600" cy="5364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7115" r="0" b="-74711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945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Login → Token generation → Storage → Route protection → Auto-logout on 401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53063" y="1816103"/>
            <a:ext cx="2951483" cy="1488443"/>
            <a:chOff x="0" y="0"/>
            <a:chExt cx="3935311" cy="19845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39014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935222" cy="1984502"/>
            </a:xfrm>
            <a:custGeom>
              <a:avLst/>
              <a:gdLst/>
              <a:ahLst/>
              <a:cxnLst/>
              <a:rect r="r" b="b" t="t" l="l"/>
              <a:pathLst>
                <a:path h="1984502" w="3935222">
                  <a:moveTo>
                    <a:pt x="16891" y="0"/>
                  </a:moveTo>
                  <a:lnTo>
                    <a:pt x="3918331" y="0"/>
                  </a:lnTo>
                  <a:cubicBezTo>
                    <a:pt x="3927729" y="0"/>
                    <a:pt x="3935222" y="7620"/>
                    <a:pt x="3935222" y="16891"/>
                  </a:cubicBezTo>
                  <a:lnTo>
                    <a:pt x="3935222" y="1967611"/>
                  </a:lnTo>
                  <a:cubicBezTo>
                    <a:pt x="3935222" y="1977009"/>
                    <a:pt x="3927602" y="1984502"/>
                    <a:pt x="3918331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3918331" y="1950720"/>
                  </a:lnTo>
                  <a:lnTo>
                    <a:pt x="3918331" y="1967611"/>
                  </a:lnTo>
                  <a:lnTo>
                    <a:pt x="3901440" y="1967611"/>
                  </a:lnTo>
                  <a:lnTo>
                    <a:pt x="3901440" y="16891"/>
                  </a:lnTo>
                  <a:lnTo>
                    <a:pt x="3918331" y="16891"/>
                  </a:lnTo>
                  <a:lnTo>
                    <a:pt x="3918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65760" y="1828800"/>
            <a:ext cx="2926080" cy="402336"/>
            <a:chOff x="0" y="0"/>
            <a:chExt cx="3901440" cy="5364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901440" cy="536448"/>
            </a:xfrm>
            <a:custGeom>
              <a:avLst/>
              <a:gdLst/>
              <a:ahLst/>
              <a:cxnLst/>
              <a:rect r="r" b="b" t="t" l="l"/>
              <a:pathLst>
                <a:path h="53644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57200" y="1865376"/>
            <a:ext cx="2743200" cy="365760"/>
            <a:chOff x="0" y="0"/>
            <a:chExt cx="3657600" cy="4876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57600" cy="487680"/>
            </a:xfrm>
            <a:custGeom>
              <a:avLst/>
              <a:gdLst/>
              <a:ahLst/>
              <a:cxnLst/>
              <a:rect r="r" b="b" t="t" l="l"/>
              <a:pathLst>
                <a:path h="4876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36576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 Visit App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57200" y="2286000"/>
            <a:ext cx="2743200" cy="914400"/>
            <a:chOff x="0" y="0"/>
            <a:chExt cx="3657600" cy="1219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57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365760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 or /login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644903" y="1816103"/>
            <a:ext cx="2951483" cy="1488443"/>
            <a:chOff x="0" y="0"/>
            <a:chExt cx="3935311" cy="198459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39014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935222" cy="1984502"/>
            </a:xfrm>
            <a:custGeom>
              <a:avLst/>
              <a:gdLst/>
              <a:ahLst/>
              <a:cxnLst/>
              <a:rect r="r" b="b" t="t" l="l"/>
              <a:pathLst>
                <a:path h="1984502" w="3935222">
                  <a:moveTo>
                    <a:pt x="16891" y="0"/>
                  </a:moveTo>
                  <a:lnTo>
                    <a:pt x="3918331" y="0"/>
                  </a:lnTo>
                  <a:cubicBezTo>
                    <a:pt x="3927729" y="0"/>
                    <a:pt x="3935222" y="7620"/>
                    <a:pt x="3935222" y="16891"/>
                  </a:cubicBezTo>
                  <a:lnTo>
                    <a:pt x="3935222" y="1967611"/>
                  </a:lnTo>
                  <a:cubicBezTo>
                    <a:pt x="3935222" y="1977009"/>
                    <a:pt x="3927602" y="1984502"/>
                    <a:pt x="3918331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3918331" y="1950720"/>
                  </a:lnTo>
                  <a:lnTo>
                    <a:pt x="3918331" y="1967611"/>
                  </a:lnTo>
                  <a:lnTo>
                    <a:pt x="3901440" y="1967611"/>
                  </a:lnTo>
                  <a:lnTo>
                    <a:pt x="3901440" y="16891"/>
                  </a:lnTo>
                  <a:lnTo>
                    <a:pt x="3918331" y="16891"/>
                  </a:lnTo>
                  <a:lnTo>
                    <a:pt x="3918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3657600" y="1828800"/>
            <a:ext cx="2926080" cy="402336"/>
            <a:chOff x="0" y="0"/>
            <a:chExt cx="3901440" cy="5364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901440" cy="536448"/>
            </a:xfrm>
            <a:custGeom>
              <a:avLst/>
              <a:gdLst/>
              <a:ahLst/>
              <a:cxnLst/>
              <a:rect r="r" b="b" t="t" l="l"/>
              <a:pathLst>
                <a:path h="53644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749040" y="1865376"/>
            <a:ext cx="2743200" cy="365760"/>
            <a:chOff x="0" y="0"/>
            <a:chExt cx="3657600" cy="4876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657600" cy="487680"/>
            </a:xfrm>
            <a:custGeom>
              <a:avLst/>
              <a:gdLst/>
              <a:ahLst/>
              <a:cxnLst/>
              <a:rect r="r" b="b" t="t" l="l"/>
              <a:pathLst>
                <a:path h="4876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36576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 Check Redux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749040" y="2286000"/>
            <a:ext cx="2743200" cy="914400"/>
            <a:chOff x="0" y="0"/>
            <a:chExt cx="3657600" cy="1219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657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365760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Token in localStorage?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936743" y="1816103"/>
            <a:ext cx="2951483" cy="1488443"/>
            <a:chOff x="0" y="0"/>
            <a:chExt cx="3935311" cy="198459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39014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935222" cy="1984502"/>
            </a:xfrm>
            <a:custGeom>
              <a:avLst/>
              <a:gdLst/>
              <a:ahLst/>
              <a:cxnLst/>
              <a:rect r="r" b="b" t="t" l="l"/>
              <a:pathLst>
                <a:path h="1984502" w="3935222">
                  <a:moveTo>
                    <a:pt x="16891" y="0"/>
                  </a:moveTo>
                  <a:lnTo>
                    <a:pt x="3918331" y="0"/>
                  </a:lnTo>
                  <a:cubicBezTo>
                    <a:pt x="3927729" y="0"/>
                    <a:pt x="3935222" y="7620"/>
                    <a:pt x="3935222" y="16891"/>
                  </a:cubicBezTo>
                  <a:lnTo>
                    <a:pt x="3935222" y="1967611"/>
                  </a:lnTo>
                  <a:cubicBezTo>
                    <a:pt x="3935222" y="1977009"/>
                    <a:pt x="3927602" y="1984502"/>
                    <a:pt x="3918331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3918331" y="1950720"/>
                  </a:lnTo>
                  <a:lnTo>
                    <a:pt x="3918331" y="1967611"/>
                  </a:lnTo>
                  <a:lnTo>
                    <a:pt x="3901440" y="1967611"/>
                  </a:lnTo>
                  <a:lnTo>
                    <a:pt x="3901440" y="16891"/>
                  </a:lnTo>
                  <a:lnTo>
                    <a:pt x="3918331" y="16891"/>
                  </a:lnTo>
                  <a:lnTo>
                    <a:pt x="3918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949440" y="1828800"/>
            <a:ext cx="2926080" cy="402336"/>
            <a:chOff x="0" y="0"/>
            <a:chExt cx="3901440" cy="53644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901440" cy="536448"/>
            </a:xfrm>
            <a:custGeom>
              <a:avLst/>
              <a:gdLst/>
              <a:ahLst/>
              <a:cxnLst/>
              <a:rect r="r" b="b" t="t" l="l"/>
              <a:pathLst>
                <a:path h="53644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7040880" y="1865376"/>
            <a:ext cx="2743200" cy="365760"/>
            <a:chOff x="0" y="0"/>
            <a:chExt cx="3657600" cy="4876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657600" cy="487680"/>
            </a:xfrm>
            <a:custGeom>
              <a:avLst/>
              <a:gdLst/>
              <a:ahLst/>
              <a:cxnLst/>
              <a:rect r="r" b="b" t="t" l="l"/>
              <a:pathLst>
                <a:path h="4876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36576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 POST /api/auth/login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040880" y="2286000"/>
            <a:ext cx="2743200" cy="914400"/>
            <a:chOff x="0" y="0"/>
            <a:chExt cx="3657600" cy="1219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657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365760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username + password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228583" y="1816103"/>
            <a:ext cx="2951483" cy="1488443"/>
            <a:chOff x="0" y="0"/>
            <a:chExt cx="3935311" cy="198459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39014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935222" cy="1984502"/>
            </a:xfrm>
            <a:custGeom>
              <a:avLst/>
              <a:gdLst/>
              <a:ahLst/>
              <a:cxnLst/>
              <a:rect r="r" b="b" t="t" l="l"/>
              <a:pathLst>
                <a:path h="1984502" w="3935222">
                  <a:moveTo>
                    <a:pt x="16891" y="0"/>
                  </a:moveTo>
                  <a:lnTo>
                    <a:pt x="3918331" y="0"/>
                  </a:lnTo>
                  <a:cubicBezTo>
                    <a:pt x="3927729" y="0"/>
                    <a:pt x="3935222" y="7620"/>
                    <a:pt x="3935222" y="16891"/>
                  </a:cubicBezTo>
                  <a:lnTo>
                    <a:pt x="3935222" y="1967611"/>
                  </a:lnTo>
                  <a:cubicBezTo>
                    <a:pt x="3935222" y="1977009"/>
                    <a:pt x="3927602" y="1984502"/>
                    <a:pt x="3918331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3918331" y="1950720"/>
                  </a:lnTo>
                  <a:lnTo>
                    <a:pt x="3918331" y="1967611"/>
                  </a:lnTo>
                  <a:lnTo>
                    <a:pt x="3901440" y="1967611"/>
                  </a:lnTo>
                  <a:lnTo>
                    <a:pt x="3901440" y="16891"/>
                  </a:lnTo>
                  <a:lnTo>
                    <a:pt x="3918331" y="16891"/>
                  </a:lnTo>
                  <a:lnTo>
                    <a:pt x="3918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0241280" y="1828800"/>
            <a:ext cx="2926080" cy="402336"/>
            <a:chOff x="0" y="0"/>
            <a:chExt cx="3901440" cy="53644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901440" cy="536448"/>
            </a:xfrm>
            <a:custGeom>
              <a:avLst/>
              <a:gdLst/>
              <a:ahLst/>
              <a:cxnLst/>
              <a:rect r="r" b="b" t="t" l="l"/>
              <a:pathLst>
                <a:path h="53644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0332720" y="1865376"/>
            <a:ext cx="2743200" cy="365760"/>
            <a:chOff x="0" y="0"/>
            <a:chExt cx="3657600" cy="4876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657600" cy="487680"/>
            </a:xfrm>
            <a:custGeom>
              <a:avLst/>
              <a:gdLst/>
              <a:ahLst/>
              <a:cxnLst/>
              <a:rect r="r" b="b" t="t" l="l"/>
              <a:pathLst>
                <a:path h="4876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36576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 AuthController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332720" y="2286000"/>
            <a:ext cx="2743200" cy="914400"/>
            <a:chOff x="0" y="0"/>
            <a:chExt cx="3657600" cy="12192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657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365760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Authenticate + generate JWT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520423" y="1816103"/>
            <a:ext cx="2951483" cy="1488443"/>
            <a:chOff x="0" y="0"/>
            <a:chExt cx="3935311" cy="198459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6891" y="16891"/>
              <a:ext cx="39014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935222" cy="1984502"/>
            </a:xfrm>
            <a:custGeom>
              <a:avLst/>
              <a:gdLst/>
              <a:ahLst/>
              <a:cxnLst/>
              <a:rect r="r" b="b" t="t" l="l"/>
              <a:pathLst>
                <a:path h="1984502" w="3935222">
                  <a:moveTo>
                    <a:pt x="16891" y="0"/>
                  </a:moveTo>
                  <a:lnTo>
                    <a:pt x="3918331" y="0"/>
                  </a:lnTo>
                  <a:cubicBezTo>
                    <a:pt x="3927729" y="0"/>
                    <a:pt x="3935222" y="7620"/>
                    <a:pt x="3935222" y="16891"/>
                  </a:cubicBezTo>
                  <a:lnTo>
                    <a:pt x="3935222" y="1967611"/>
                  </a:lnTo>
                  <a:cubicBezTo>
                    <a:pt x="3935222" y="1977009"/>
                    <a:pt x="3927602" y="1984502"/>
                    <a:pt x="3918331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3918331" y="1950720"/>
                  </a:lnTo>
                  <a:lnTo>
                    <a:pt x="3918331" y="1967611"/>
                  </a:lnTo>
                  <a:lnTo>
                    <a:pt x="3901440" y="1967611"/>
                  </a:lnTo>
                  <a:lnTo>
                    <a:pt x="3901440" y="16891"/>
                  </a:lnTo>
                  <a:lnTo>
                    <a:pt x="3918331" y="16891"/>
                  </a:lnTo>
                  <a:lnTo>
                    <a:pt x="3918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3533120" y="1828800"/>
            <a:ext cx="2926080" cy="402336"/>
            <a:chOff x="0" y="0"/>
            <a:chExt cx="3901440" cy="53644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901440" cy="536448"/>
            </a:xfrm>
            <a:custGeom>
              <a:avLst/>
              <a:gdLst/>
              <a:ahLst/>
              <a:cxnLst/>
              <a:rect r="r" b="b" t="t" l="l"/>
              <a:pathLst>
                <a:path h="53644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3624560" y="1865376"/>
            <a:ext cx="2743200" cy="365760"/>
            <a:chOff x="0" y="0"/>
            <a:chExt cx="3657600" cy="4876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657600" cy="487680"/>
            </a:xfrm>
            <a:custGeom>
              <a:avLst/>
              <a:gdLst/>
              <a:ahLst/>
              <a:cxnLst/>
              <a:rect r="r" b="b" t="t" l="l"/>
              <a:pathLst>
                <a:path h="4876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36576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5. DB Lookup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624560" y="2286000"/>
            <a:ext cx="2743200" cy="914400"/>
            <a:chOff x="0" y="0"/>
            <a:chExt cx="3657600" cy="12192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657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365760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UserRepository.findByUsername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3279143" y="2547623"/>
            <a:ext cx="756923" cy="25403"/>
            <a:chOff x="0" y="0"/>
            <a:chExt cx="1009231" cy="3387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0"/>
              <a:ext cx="975360" cy="33909"/>
            </a:xfrm>
            <a:custGeom>
              <a:avLst/>
              <a:gdLst/>
              <a:ahLst/>
              <a:cxnLst/>
              <a:rect r="r" b="b" t="t" l="l"/>
              <a:pathLst>
                <a:path h="33909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570983" y="2547623"/>
            <a:ext cx="756923" cy="25403"/>
            <a:chOff x="0" y="0"/>
            <a:chExt cx="1009231" cy="3387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6891" y="0"/>
              <a:ext cx="975360" cy="33909"/>
            </a:xfrm>
            <a:custGeom>
              <a:avLst/>
              <a:gdLst/>
              <a:ahLst/>
              <a:cxnLst/>
              <a:rect r="r" b="b" t="t" l="l"/>
              <a:pathLst>
                <a:path h="33909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9862823" y="2547623"/>
            <a:ext cx="756923" cy="25403"/>
            <a:chOff x="0" y="0"/>
            <a:chExt cx="1009231" cy="3387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16891" y="0"/>
              <a:ext cx="975360" cy="33909"/>
            </a:xfrm>
            <a:custGeom>
              <a:avLst/>
              <a:gdLst/>
              <a:ahLst/>
              <a:cxnLst/>
              <a:rect r="r" b="b" t="t" l="l"/>
              <a:pathLst>
                <a:path h="33909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3154663" y="2547623"/>
            <a:ext cx="756923" cy="25403"/>
            <a:chOff x="0" y="0"/>
            <a:chExt cx="1009231" cy="3387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0"/>
              <a:ext cx="975360" cy="33909"/>
            </a:xfrm>
            <a:custGeom>
              <a:avLst/>
              <a:gdLst/>
              <a:ahLst/>
              <a:cxnLst/>
              <a:rect r="r" b="b" t="t" l="l"/>
              <a:pathLst>
                <a:path h="33909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3520423" y="4010663"/>
            <a:ext cx="2951483" cy="1579883"/>
            <a:chOff x="0" y="0"/>
            <a:chExt cx="3935311" cy="210651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16891" y="16891"/>
              <a:ext cx="39014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935222" cy="2106422"/>
            </a:xfrm>
            <a:custGeom>
              <a:avLst/>
              <a:gdLst/>
              <a:ahLst/>
              <a:cxnLst/>
              <a:rect r="r" b="b" t="t" l="l"/>
              <a:pathLst>
                <a:path h="2106422" w="3935222">
                  <a:moveTo>
                    <a:pt x="16891" y="0"/>
                  </a:moveTo>
                  <a:lnTo>
                    <a:pt x="3918331" y="0"/>
                  </a:lnTo>
                  <a:cubicBezTo>
                    <a:pt x="3927729" y="0"/>
                    <a:pt x="3935222" y="7620"/>
                    <a:pt x="3935222" y="16891"/>
                  </a:cubicBezTo>
                  <a:lnTo>
                    <a:pt x="3935222" y="2089531"/>
                  </a:lnTo>
                  <a:cubicBezTo>
                    <a:pt x="3935222" y="2098929"/>
                    <a:pt x="3927602" y="2106422"/>
                    <a:pt x="391833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3918331" y="2072640"/>
                  </a:lnTo>
                  <a:lnTo>
                    <a:pt x="3918331" y="2089531"/>
                  </a:lnTo>
                  <a:lnTo>
                    <a:pt x="3901440" y="2089531"/>
                  </a:lnTo>
                  <a:lnTo>
                    <a:pt x="3901440" y="16891"/>
                  </a:lnTo>
                  <a:lnTo>
                    <a:pt x="3918331" y="16891"/>
                  </a:lnTo>
                  <a:lnTo>
                    <a:pt x="3918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3533120" y="4023360"/>
            <a:ext cx="2926080" cy="402336"/>
            <a:chOff x="0" y="0"/>
            <a:chExt cx="3901440" cy="53644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901440" cy="536448"/>
            </a:xfrm>
            <a:custGeom>
              <a:avLst/>
              <a:gdLst/>
              <a:ahLst/>
              <a:cxnLst/>
              <a:rect r="r" b="b" t="t" l="l"/>
              <a:pathLst>
                <a:path h="53644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3624560" y="4059936"/>
            <a:ext cx="2743200" cy="365760"/>
            <a:chOff x="0" y="0"/>
            <a:chExt cx="3657600" cy="48768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657600" cy="487680"/>
            </a:xfrm>
            <a:custGeom>
              <a:avLst/>
              <a:gdLst/>
              <a:ahLst/>
              <a:cxnLst/>
              <a:rect r="r" b="b" t="t" l="l"/>
              <a:pathLst>
                <a:path h="4876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28575"/>
              <a:ext cx="36576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JWT Generated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3624560" y="4498848"/>
            <a:ext cx="2743200" cy="1005840"/>
            <a:chOff x="0" y="0"/>
            <a:chExt cx="3657600" cy="134112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28575"/>
              <a:ext cx="3657600" cy="1369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24h expiry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HS256 signed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0228583" y="4010663"/>
            <a:ext cx="2951483" cy="1579883"/>
            <a:chOff x="0" y="0"/>
            <a:chExt cx="3935311" cy="2106511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16891" y="16891"/>
              <a:ext cx="39014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935222" cy="2106422"/>
            </a:xfrm>
            <a:custGeom>
              <a:avLst/>
              <a:gdLst/>
              <a:ahLst/>
              <a:cxnLst/>
              <a:rect r="r" b="b" t="t" l="l"/>
              <a:pathLst>
                <a:path h="2106422" w="3935222">
                  <a:moveTo>
                    <a:pt x="16891" y="0"/>
                  </a:moveTo>
                  <a:lnTo>
                    <a:pt x="3918331" y="0"/>
                  </a:lnTo>
                  <a:cubicBezTo>
                    <a:pt x="3927729" y="0"/>
                    <a:pt x="3935222" y="7620"/>
                    <a:pt x="3935222" y="16891"/>
                  </a:cubicBezTo>
                  <a:lnTo>
                    <a:pt x="3935222" y="2089531"/>
                  </a:lnTo>
                  <a:cubicBezTo>
                    <a:pt x="3935222" y="2098929"/>
                    <a:pt x="3927602" y="2106422"/>
                    <a:pt x="391833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3918331" y="2072640"/>
                  </a:lnTo>
                  <a:lnTo>
                    <a:pt x="3918331" y="2089531"/>
                  </a:lnTo>
                  <a:lnTo>
                    <a:pt x="3901440" y="2089531"/>
                  </a:lnTo>
                  <a:lnTo>
                    <a:pt x="3901440" y="16891"/>
                  </a:lnTo>
                  <a:lnTo>
                    <a:pt x="3918331" y="16891"/>
                  </a:lnTo>
                  <a:lnTo>
                    <a:pt x="3918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0241280" y="4023360"/>
            <a:ext cx="2926080" cy="402336"/>
            <a:chOff x="0" y="0"/>
            <a:chExt cx="3901440" cy="53644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901440" cy="536448"/>
            </a:xfrm>
            <a:custGeom>
              <a:avLst/>
              <a:gdLst/>
              <a:ahLst/>
              <a:cxnLst/>
              <a:rect r="r" b="b" t="t" l="l"/>
              <a:pathLst>
                <a:path h="53644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0332720" y="4059936"/>
            <a:ext cx="2743200" cy="365760"/>
            <a:chOff x="0" y="0"/>
            <a:chExt cx="3657600" cy="4876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657600" cy="487680"/>
            </a:xfrm>
            <a:custGeom>
              <a:avLst/>
              <a:gdLst/>
              <a:ahLst/>
              <a:cxnLst/>
              <a:rect r="r" b="b" t="t" l="l"/>
              <a:pathLst>
                <a:path h="4876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28575"/>
              <a:ext cx="36576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Store in Redux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332720" y="4498848"/>
            <a:ext cx="2743200" cy="1005840"/>
            <a:chOff x="0" y="0"/>
            <a:chExt cx="3657600" cy="134112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28575"/>
              <a:ext cx="3657600" cy="1369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token, user, role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localStorage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6936743" y="4010663"/>
            <a:ext cx="2951483" cy="1579883"/>
            <a:chOff x="0" y="0"/>
            <a:chExt cx="3935311" cy="210651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39014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935222" cy="2106422"/>
            </a:xfrm>
            <a:custGeom>
              <a:avLst/>
              <a:gdLst/>
              <a:ahLst/>
              <a:cxnLst/>
              <a:rect r="r" b="b" t="t" l="l"/>
              <a:pathLst>
                <a:path h="2106422" w="3935222">
                  <a:moveTo>
                    <a:pt x="16891" y="0"/>
                  </a:moveTo>
                  <a:lnTo>
                    <a:pt x="3918331" y="0"/>
                  </a:lnTo>
                  <a:cubicBezTo>
                    <a:pt x="3927729" y="0"/>
                    <a:pt x="3935222" y="7620"/>
                    <a:pt x="3935222" y="16891"/>
                  </a:cubicBezTo>
                  <a:lnTo>
                    <a:pt x="3935222" y="2089531"/>
                  </a:lnTo>
                  <a:cubicBezTo>
                    <a:pt x="3935222" y="2098929"/>
                    <a:pt x="3927602" y="2106422"/>
                    <a:pt x="391833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3918331" y="2072640"/>
                  </a:lnTo>
                  <a:lnTo>
                    <a:pt x="3918331" y="2089531"/>
                  </a:lnTo>
                  <a:lnTo>
                    <a:pt x="3901440" y="2089531"/>
                  </a:lnTo>
                  <a:lnTo>
                    <a:pt x="3901440" y="16891"/>
                  </a:lnTo>
                  <a:lnTo>
                    <a:pt x="3918331" y="16891"/>
                  </a:lnTo>
                  <a:lnTo>
                    <a:pt x="3918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6949440" y="4023360"/>
            <a:ext cx="2926080" cy="402336"/>
            <a:chOff x="0" y="0"/>
            <a:chExt cx="3901440" cy="53644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901440" cy="536448"/>
            </a:xfrm>
            <a:custGeom>
              <a:avLst/>
              <a:gdLst/>
              <a:ahLst/>
              <a:cxnLst/>
              <a:rect r="r" b="b" t="t" l="l"/>
              <a:pathLst>
                <a:path h="53644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7040880" y="4059936"/>
            <a:ext cx="2743200" cy="365760"/>
            <a:chOff x="0" y="0"/>
            <a:chExt cx="3657600" cy="48768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657600" cy="487680"/>
            </a:xfrm>
            <a:custGeom>
              <a:avLst/>
              <a:gdLst/>
              <a:ahLst/>
              <a:cxnLst/>
              <a:rect r="r" b="b" t="t" l="l"/>
              <a:pathLst>
                <a:path h="4876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28575"/>
              <a:ext cx="36576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Redirect →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7040880" y="4498848"/>
            <a:ext cx="2743200" cy="1005840"/>
            <a:chOff x="0" y="0"/>
            <a:chExt cx="3657600" cy="134112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28575"/>
              <a:ext cx="3657600" cy="1369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/fooderp/dashboard</a:t>
              </a: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Authenticated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353063" y="6022343"/>
            <a:ext cx="17581883" cy="3134363"/>
            <a:chOff x="0" y="0"/>
            <a:chExt cx="23442511" cy="4179151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16891" y="16891"/>
              <a:ext cx="23408639" cy="4145280"/>
            </a:xfrm>
            <a:custGeom>
              <a:avLst/>
              <a:gdLst/>
              <a:ahLst/>
              <a:cxnLst/>
              <a:rect r="r" b="b" t="t" l="l"/>
              <a:pathLst>
                <a:path h="4145280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3442422" cy="4179062"/>
            </a:xfrm>
            <a:custGeom>
              <a:avLst/>
              <a:gdLst/>
              <a:ahLst/>
              <a:cxnLst/>
              <a:rect r="r" b="b" t="t" l="l"/>
              <a:pathLst>
                <a:path h="4179062" w="23442422">
                  <a:moveTo>
                    <a:pt x="16891" y="0"/>
                  </a:moveTo>
                  <a:lnTo>
                    <a:pt x="23425530" y="0"/>
                  </a:lnTo>
                  <a:cubicBezTo>
                    <a:pt x="23434929" y="0"/>
                    <a:pt x="23442422" y="7620"/>
                    <a:pt x="23442422" y="16891"/>
                  </a:cubicBezTo>
                  <a:lnTo>
                    <a:pt x="23442422" y="4162171"/>
                  </a:lnTo>
                  <a:cubicBezTo>
                    <a:pt x="23442422" y="4171569"/>
                    <a:pt x="23434802" y="4179062"/>
                    <a:pt x="23425530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23425530" y="4145280"/>
                  </a:lnTo>
                  <a:lnTo>
                    <a:pt x="23425530" y="4162171"/>
                  </a:lnTo>
                  <a:lnTo>
                    <a:pt x="23408639" y="4162171"/>
                  </a:lnTo>
                  <a:lnTo>
                    <a:pt x="23408639" y="16891"/>
                  </a:lnTo>
                  <a:lnTo>
                    <a:pt x="23425530" y="16891"/>
                  </a:lnTo>
                  <a:lnTo>
                    <a:pt x="234255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731520" y="6126480"/>
            <a:ext cx="7315200" cy="548640"/>
            <a:chOff x="0" y="0"/>
            <a:chExt cx="9753600" cy="73152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47625"/>
              <a:ext cx="9753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D299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Subsequent API Requests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535943" y="6790439"/>
            <a:ext cx="3683003" cy="1397003"/>
            <a:chOff x="0" y="0"/>
            <a:chExt cx="4910671" cy="1862671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16891" y="16891"/>
              <a:ext cx="4876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49105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1845691"/>
                  </a:lnTo>
                  <a:cubicBezTo>
                    <a:pt x="4910582" y="1855089"/>
                    <a:pt x="4902962" y="1862582"/>
                    <a:pt x="489369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4893691" y="1828800"/>
                  </a:lnTo>
                  <a:lnTo>
                    <a:pt x="4893691" y="1845691"/>
                  </a:lnTo>
                  <a:lnTo>
                    <a:pt x="4876800" y="1845691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694944" y="6839712"/>
            <a:ext cx="3383280" cy="457200"/>
            <a:chOff x="0" y="0"/>
            <a:chExt cx="4511040" cy="60960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4511040" cy="609600"/>
            </a:xfrm>
            <a:custGeom>
              <a:avLst/>
              <a:gdLst/>
              <a:ahLst/>
              <a:cxnLst/>
              <a:rect r="r" b="b" t="t" l="l"/>
              <a:pathLst>
                <a:path h="60960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38100"/>
              <a:ext cx="45110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58A6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Axios adds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694944" y="7315200"/>
            <a:ext cx="3383280" cy="731520"/>
            <a:chOff x="0" y="0"/>
            <a:chExt cx="4511040" cy="97536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4511040" cy="975360"/>
            </a:xfrm>
            <a:custGeom>
              <a:avLst/>
              <a:gdLst/>
              <a:ahLst/>
              <a:cxnLst/>
              <a:rect r="r" b="b" t="t" l="l"/>
              <a:pathLst>
                <a:path h="97536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18" r="0" b="-40118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28575"/>
              <a:ext cx="4511040" cy="1003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Authorization: Bearer &lt;token&gt;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4559303" y="6790439"/>
            <a:ext cx="3683003" cy="1397003"/>
            <a:chOff x="0" y="0"/>
            <a:chExt cx="4910671" cy="1862671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16891" y="16891"/>
              <a:ext cx="4876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49105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1845691"/>
                  </a:lnTo>
                  <a:cubicBezTo>
                    <a:pt x="4910582" y="1855089"/>
                    <a:pt x="4902962" y="1862582"/>
                    <a:pt x="489369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4893691" y="1828800"/>
                  </a:lnTo>
                  <a:lnTo>
                    <a:pt x="4893691" y="1845691"/>
                  </a:lnTo>
                  <a:lnTo>
                    <a:pt x="4876800" y="1845691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4718304" y="6839712"/>
            <a:ext cx="3383280" cy="457200"/>
            <a:chOff x="0" y="0"/>
            <a:chExt cx="4511040" cy="60960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4511040" cy="609600"/>
            </a:xfrm>
            <a:custGeom>
              <a:avLst/>
              <a:gdLst/>
              <a:ahLst/>
              <a:cxnLst/>
              <a:rect r="r" b="b" t="t" l="l"/>
              <a:pathLst>
                <a:path h="60960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38100"/>
              <a:ext cx="45110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3FB9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AuthTokenFilter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4718304" y="7315200"/>
            <a:ext cx="3383280" cy="731520"/>
            <a:chOff x="0" y="0"/>
            <a:chExt cx="4511040" cy="97536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4511040" cy="975360"/>
            </a:xfrm>
            <a:custGeom>
              <a:avLst/>
              <a:gdLst/>
              <a:ahLst/>
              <a:cxnLst/>
              <a:rect r="r" b="b" t="t" l="l"/>
              <a:pathLst>
                <a:path h="97536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18" r="0" b="-40118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28575"/>
              <a:ext cx="4511040" cy="1003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Validates JWT signature &amp; expiry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8582663" y="6790439"/>
            <a:ext cx="3683003" cy="1397003"/>
            <a:chOff x="0" y="0"/>
            <a:chExt cx="4910671" cy="1862671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16891" y="16891"/>
              <a:ext cx="4876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49105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1845691"/>
                  </a:lnTo>
                  <a:cubicBezTo>
                    <a:pt x="4910582" y="1855089"/>
                    <a:pt x="4902962" y="1862582"/>
                    <a:pt x="489369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4893691" y="1828800"/>
                  </a:lnTo>
                  <a:lnTo>
                    <a:pt x="4893691" y="1845691"/>
                  </a:lnTo>
                  <a:lnTo>
                    <a:pt x="4876800" y="1845691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8741664" y="6839712"/>
            <a:ext cx="3383280" cy="457200"/>
            <a:chOff x="0" y="0"/>
            <a:chExt cx="4511040" cy="60960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4511040" cy="609600"/>
            </a:xfrm>
            <a:custGeom>
              <a:avLst/>
              <a:gdLst/>
              <a:ahLst/>
              <a:cxnLst/>
              <a:rect r="r" b="b" t="t" l="l"/>
              <a:pathLst>
                <a:path h="60960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38100"/>
              <a:ext cx="45110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D299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Role Check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8741664" y="7315200"/>
            <a:ext cx="3383280" cy="731520"/>
            <a:chOff x="0" y="0"/>
            <a:chExt cx="4511040" cy="97536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4511040" cy="975360"/>
            </a:xfrm>
            <a:custGeom>
              <a:avLst/>
              <a:gdLst/>
              <a:ahLst/>
              <a:cxnLst/>
              <a:rect r="r" b="b" t="t" l="l"/>
              <a:pathLst>
                <a:path h="97536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18" r="0" b="-40118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28575"/>
              <a:ext cx="4511040" cy="1003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@PreAuthorize or SecurityConfig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12606023" y="6790439"/>
            <a:ext cx="3683003" cy="1397003"/>
            <a:chOff x="0" y="0"/>
            <a:chExt cx="4910671" cy="1862671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16891" y="16891"/>
              <a:ext cx="4876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49105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1845691"/>
                  </a:lnTo>
                  <a:cubicBezTo>
                    <a:pt x="4910582" y="1855089"/>
                    <a:pt x="4902962" y="1862582"/>
                    <a:pt x="489369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4893691" y="1828800"/>
                  </a:lnTo>
                  <a:lnTo>
                    <a:pt x="4893691" y="1845691"/>
                  </a:lnTo>
                  <a:lnTo>
                    <a:pt x="4876800" y="1845691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9D353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12765024" y="6839712"/>
            <a:ext cx="3383280" cy="457200"/>
            <a:chOff x="0" y="0"/>
            <a:chExt cx="4511040" cy="6096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4511040" cy="609600"/>
            </a:xfrm>
            <a:custGeom>
              <a:avLst/>
              <a:gdLst/>
              <a:ahLst/>
              <a:cxnLst/>
              <a:rect r="r" b="b" t="t" l="l"/>
              <a:pathLst>
                <a:path h="60960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38100"/>
              <a:ext cx="45110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39D3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Proceed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12765024" y="7315200"/>
            <a:ext cx="3383280" cy="731520"/>
            <a:chOff x="0" y="0"/>
            <a:chExt cx="4511040" cy="97536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4511040" cy="975360"/>
            </a:xfrm>
            <a:custGeom>
              <a:avLst/>
              <a:gdLst/>
              <a:ahLst/>
              <a:cxnLst/>
              <a:rect r="r" b="b" t="t" l="l"/>
              <a:pathLst>
                <a:path h="97536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18" r="0" b="-40118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-28575"/>
              <a:ext cx="4511040" cy="1003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Controller handles request</a:t>
              </a: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4559303" y="7485383"/>
            <a:ext cx="574043" cy="25403"/>
            <a:chOff x="0" y="0"/>
            <a:chExt cx="765391" cy="33871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16891" y="0"/>
              <a:ext cx="731520" cy="33909"/>
            </a:xfrm>
            <a:custGeom>
              <a:avLst/>
              <a:gdLst/>
              <a:ahLst/>
              <a:cxnLst/>
              <a:rect r="r" b="b" t="t" l="l"/>
              <a:pathLst>
                <a:path h="33909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8582663" y="7485383"/>
            <a:ext cx="574043" cy="25403"/>
            <a:chOff x="0" y="0"/>
            <a:chExt cx="765391" cy="33871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16891" y="0"/>
              <a:ext cx="731520" cy="33909"/>
            </a:xfrm>
            <a:custGeom>
              <a:avLst/>
              <a:gdLst/>
              <a:ahLst/>
              <a:cxnLst/>
              <a:rect r="r" b="b" t="t" l="l"/>
              <a:pathLst>
                <a:path h="33909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2606023" y="7485383"/>
            <a:ext cx="574043" cy="25403"/>
            <a:chOff x="0" y="0"/>
            <a:chExt cx="765391" cy="33871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16891" y="0"/>
              <a:ext cx="731520" cy="33909"/>
            </a:xfrm>
            <a:custGeom>
              <a:avLst/>
              <a:gdLst/>
              <a:ahLst/>
              <a:cxnLst/>
              <a:rect r="r" b="b" t="t" l="l"/>
              <a:pathLst>
                <a:path h="33909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548640" y="8321040"/>
            <a:ext cx="17190720" cy="548640"/>
            <a:chOff x="0" y="0"/>
            <a:chExt cx="22920960" cy="731520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22920961" cy="731520"/>
            </a:xfrm>
            <a:custGeom>
              <a:avLst/>
              <a:gdLst/>
              <a:ahLst/>
              <a:cxnLst/>
              <a:rect r="r" b="b" t="t" l="l"/>
              <a:pathLst>
                <a:path h="73152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0531" r="0" b="-560531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-38100"/>
              <a:ext cx="229209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i="true">
                  <a:solidFill>
                    <a:srgbClr val="F8514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401 Auto-logout: Axios interceptor → window.dispatchEvent('auth:logout') → Redux logout() → Navigate /login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46304" cy="1316736"/>
            <a:chOff x="0" y="0"/>
            <a:chExt cx="195072" cy="17556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072" cy="1755648"/>
            </a:xfrm>
            <a:custGeom>
              <a:avLst/>
              <a:gdLst/>
              <a:ahLst/>
              <a:cxnLst/>
              <a:rect r="r" b="b" t="t" l="l"/>
              <a:pathLst>
                <a:path h="175564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65760" y="109728"/>
            <a:ext cx="12801600" cy="822960"/>
            <a:chOff x="0" y="0"/>
            <a:chExt cx="1706880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70688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58A6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— Entity Relationship Diagram (Part 1: Core)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65760" y="877824"/>
            <a:ext cx="16459200" cy="402336"/>
            <a:chOff x="0" y="0"/>
            <a:chExt cx="21945600" cy="5364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7115" r="0" b="-74711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945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User, Branch, Recipe, Ingredient, RecipeIngredient, RecipeStep, RecipeVersion, InventoryItem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61623" y="1541783"/>
            <a:ext cx="4048763" cy="2768603"/>
            <a:chOff x="0" y="0"/>
            <a:chExt cx="5398351" cy="36914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5364480" cy="3657600"/>
            </a:xfrm>
            <a:custGeom>
              <a:avLst/>
              <a:gdLst/>
              <a:ahLst/>
              <a:cxnLst/>
              <a:rect r="r" b="b" t="t" l="l"/>
              <a:pathLst>
                <a:path h="36576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98262" cy="3691382"/>
            </a:xfrm>
            <a:custGeom>
              <a:avLst/>
              <a:gdLst/>
              <a:ahLst/>
              <a:cxnLst/>
              <a:rect r="r" b="b" t="t" l="l"/>
              <a:pathLst>
                <a:path h="369138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3674491"/>
                  </a:lnTo>
                  <a:cubicBezTo>
                    <a:pt x="5398262" y="3683889"/>
                    <a:pt x="5390642" y="3691382"/>
                    <a:pt x="5381371" y="3691382"/>
                  </a:cubicBezTo>
                  <a:lnTo>
                    <a:pt x="16891" y="3691382"/>
                  </a:lnTo>
                  <a:cubicBezTo>
                    <a:pt x="7493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16891" y="3657600"/>
                  </a:lnTo>
                  <a:lnTo>
                    <a:pt x="5381371" y="3657600"/>
                  </a:lnTo>
                  <a:lnTo>
                    <a:pt x="5381371" y="3674491"/>
                  </a:lnTo>
                  <a:lnTo>
                    <a:pt x="5364480" y="367449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74320" y="1554480"/>
            <a:ext cx="4023360" cy="512064"/>
            <a:chOff x="0" y="0"/>
            <a:chExt cx="5364480" cy="6827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84048" y="1591056"/>
            <a:ext cx="3840480" cy="438912"/>
            <a:chOff x="0" y="0"/>
            <a:chExt cx="5120640" cy="5852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20640" cy="585216"/>
            </a:xfrm>
            <a:custGeom>
              <a:avLst/>
              <a:gdLst/>
              <a:ahLst/>
              <a:cxnLst/>
              <a:rect r="r" b="b" t="t" l="l"/>
              <a:pathLst>
                <a:path h="58521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1206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55933" y="1170432"/>
            <a:ext cx="3657600" cy="3657600"/>
            <a:chOff x="0" y="0"/>
            <a:chExt cx="4876800" cy="4876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8768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876800" cy="491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id, username, email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password (BCrypt)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fullName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role: ADMIN/MANAGER/STAFF/USER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branch_id (FK), active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742183" y="1541783"/>
            <a:ext cx="4048763" cy="2768603"/>
            <a:chOff x="0" y="0"/>
            <a:chExt cx="5398351" cy="369147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5364480" cy="3657600"/>
            </a:xfrm>
            <a:custGeom>
              <a:avLst/>
              <a:gdLst/>
              <a:ahLst/>
              <a:cxnLst/>
              <a:rect r="r" b="b" t="t" l="l"/>
              <a:pathLst>
                <a:path h="36576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98262" cy="3691382"/>
            </a:xfrm>
            <a:custGeom>
              <a:avLst/>
              <a:gdLst/>
              <a:ahLst/>
              <a:cxnLst/>
              <a:rect r="r" b="b" t="t" l="l"/>
              <a:pathLst>
                <a:path h="369138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3674491"/>
                  </a:lnTo>
                  <a:cubicBezTo>
                    <a:pt x="5398262" y="3683889"/>
                    <a:pt x="5390642" y="3691382"/>
                    <a:pt x="5381371" y="3691382"/>
                  </a:cubicBezTo>
                  <a:lnTo>
                    <a:pt x="16891" y="3691382"/>
                  </a:lnTo>
                  <a:cubicBezTo>
                    <a:pt x="7493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16891" y="3657600"/>
                  </a:lnTo>
                  <a:lnTo>
                    <a:pt x="5381371" y="3657600"/>
                  </a:lnTo>
                  <a:lnTo>
                    <a:pt x="5381371" y="3674491"/>
                  </a:lnTo>
                  <a:lnTo>
                    <a:pt x="5364480" y="367449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4754880" y="1554480"/>
            <a:ext cx="4023360" cy="512064"/>
            <a:chOff x="0" y="0"/>
            <a:chExt cx="5364480" cy="68275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864608" y="1591056"/>
            <a:ext cx="3840480" cy="438912"/>
            <a:chOff x="0" y="0"/>
            <a:chExt cx="5120640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20640" cy="585216"/>
            </a:xfrm>
            <a:custGeom>
              <a:avLst/>
              <a:gdLst/>
              <a:ahLst/>
              <a:cxnLst/>
              <a:rect r="r" b="b" t="t" l="l"/>
              <a:pathLst>
                <a:path h="58521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51206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Branch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993643" y="1028700"/>
            <a:ext cx="3657600" cy="3657600"/>
            <a:chOff x="0" y="0"/>
            <a:chExt cx="4876800" cy="4876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8768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876800" cy="491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id, name, city, address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phone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type: HQ / BRANCH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active, createdAt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222743" y="1541783"/>
            <a:ext cx="4414523" cy="3317243"/>
            <a:chOff x="0" y="0"/>
            <a:chExt cx="5886031" cy="442299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5852160" cy="4389120"/>
            </a:xfrm>
            <a:custGeom>
              <a:avLst/>
              <a:gdLst/>
              <a:ahLst/>
              <a:cxnLst/>
              <a:rect r="r" b="b" t="t" l="l"/>
              <a:pathLst>
                <a:path h="43891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885942" cy="4422902"/>
            </a:xfrm>
            <a:custGeom>
              <a:avLst/>
              <a:gdLst/>
              <a:ahLst/>
              <a:cxnLst/>
              <a:rect r="r" b="b" t="t" l="l"/>
              <a:pathLst>
                <a:path h="4422902" w="5885942">
                  <a:moveTo>
                    <a:pt x="16891" y="0"/>
                  </a:moveTo>
                  <a:lnTo>
                    <a:pt x="5869051" y="0"/>
                  </a:lnTo>
                  <a:cubicBezTo>
                    <a:pt x="5878449" y="0"/>
                    <a:pt x="5885942" y="7620"/>
                    <a:pt x="5885942" y="16891"/>
                  </a:cubicBezTo>
                  <a:lnTo>
                    <a:pt x="5885942" y="4406011"/>
                  </a:lnTo>
                  <a:cubicBezTo>
                    <a:pt x="5885942" y="4415409"/>
                    <a:pt x="5878322" y="4422902"/>
                    <a:pt x="5869051" y="4422902"/>
                  </a:cubicBezTo>
                  <a:lnTo>
                    <a:pt x="16891" y="4422902"/>
                  </a:lnTo>
                  <a:cubicBezTo>
                    <a:pt x="7493" y="4422902"/>
                    <a:pt x="0" y="4415282"/>
                    <a:pt x="0" y="4406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06011"/>
                  </a:lnTo>
                  <a:lnTo>
                    <a:pt x="16891" y="4406011"/>
                  </a:lnTo>
                  <a:lnTo>
                    <a:pt x="16891" y="4389120"/>
                  </a:lnTo>
                  <a:lnTo>
                    <a:pt x="5869051" y="4389120"/>
                  </a:lnTo>
                  <a:lnTo>
                    <a:pt x="5869051" y="4406011"/>
                  </a:lnTo>
                  <a:lnTo>
                    <a:pt x="5852160" y="4406011"/>
                  </a:lnTo>
                  <a:lnTo>
                    <a:pt x="5852160" y="16891"/>
                  </a:lnTo>
                  <a:lnTo>
                    <a:pt x="5869051" y="16891"/>
                  </a:lnTo>
                  <a:lnTo>
                    <a:pt x="5869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235440" y="1554480"/>
            <a:ext cx="4389120" cy="512064"/>
            <a:chOff x="0" y="0"/>
            <a:chExt cx="5852160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852160" cy="682752"/>
            </a:xfrm>
            <a:custGeom>
              <a:avLst/>
              <a:gdLst/>
              <a:ahLst/>
              <a:cxnLst/>
              <a:rect r="r" b="b" t="t" l="l"/>
              <a:pathLst>
                <a:path h="68275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345168" y="1591056"/>
            <a:ext cx="4206240" cy="438912"/>
            <a:chOff x="0" y="0"/>
            <a:chExt cx="5608320" cy="58521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608320" cy="585216"/>
            </a:xfrm>
            <a:custGeom>
              <a:avLst/>
              <a:gdLst/>
              <a:ahLst/>
              <a:cxnLst/>
              <a:rect r="r" b="b" t="t" l="l"/>
              <a:pathLst>
                <a:path h="585216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731" r="0" b="-13673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56083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Recipe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454896" y="1280160"/>
            <a:ext cx="4023360" cy="3657600"/>
            <a:chOff x="0" y="0"/>
            <a:chExt cx="5364480" cy="4876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364480" cy="4876800"/>
            </a:xfrm>
            <a:custGeom>
              <a:avLst/>
              <a:gdLst/>
              <a:ahLst/>
              <a:cxnLst/>
              <a:rect r="r" b="b" t="t" l="l"/>
              <a:pathLst>
                <a:path h="48768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5364480" cy="491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id, name, description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category, servings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prepTime, cookTime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costPerServing (calc)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allergens, isActive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createdBy (FK → User)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886183" y="1541783"/>
            <a:ext cx="4140203" cy="2768603"/>
            <a:chOff x="0" y="0"/>
            <a:chExt cx="5520271" cy="369147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54864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520182" cy="3691382"/>
            </a:xfrm>
            <a:custGeom>
              <a:avLst/>
              <a:gdLst/>
              <a:ahLst/>
              <a:cxnLst/>
              <a:rect r="r" b="b" t="t" l="l"/>
              <a:pathLst>
                <a:path h="3691382" w="5520182">
                  <a:moveTo>
                    <a:pt x="16891" y="0"/>
                  </a:moveTo>
                  <a:lnTo>
                    <a:pt x="5503291" y="0"/>
                  </a:lnTo>
                  <a:cubicBezTo>
                    <a:pt x="5512689" y="0"/>
                    <a:pt x="5520182" y="7620"/>
                    <a:pt x="5520182" y="16891"/>
                  </a:cubicBezTo>
                  <a:lnTo>
                    <a:pt x="5520182" y="3674491"/>
                  </a:lnTo>
                  <a:cubicBezTo>
                    <a:pt x="5520182" y="3683889"/>
                    <a:pt x="5512562" y="3691382"/>
                    <a:pt x="5503291" y="3691382"/>
                  </a:cubicBezTo>
                  <a:lnTo>
                    <a:pt x="16891" y="3691382"/>
                  </a:lnTo>
                  <a:cubicBezTo>
                    <a:pt x="7493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16891" y="3657600"/>
                  </a:lnTo>
                  <a:lnTo>
                    <a:pt x="5503291" y="3657600"/>
                  </a:lnTo>
                  <a:lnTo>
                    <a:pt x="5503291" y="3674491"/>
                  </a:lnTo>
                  <a:lnTo>
                    <a:pt x="5486400" y="3674491"/>
                  </a:lnTo>
                  <a:lnTo>
                    <a:pt x="5486400" y="16891"/>
                  </a:lnTo>
                  <a:lnTo>
                    <a:pt x="5503291" y="16891"/>
                  </a:lnTo>
                  <a:lnTo>
                    <a:pt x="5503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3898880" y="1554480"/>
            <a:ext cx="4114800" cy="512064"/>
            <a:chOff x="0" y="0"/>
            <a:chExt cx="5486400" cy="68275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486400" cy="682752"/>
            </a:xfrm>
            <a:custGeom>
              <a:avLst/>
              <a:gdLst/>
              <a:ahLst/>
              <a:cxnLst/>
              <a:rect r="r" b="b" t="t" l="l"/>
              <a:pathLst>
                <a:path h="68275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4008608" y="1591056"/>
            <a:ext cx="3931920" cy="438912"/>
            <a:chOff x="0" y="0"/>
            <a:chExt cx="5242560" cy="5852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242560" cy="585216"/>
            </a:xfrm>
            <a:custGeom>
              <a:avLst/>
              <a:gdLst/>
              <a:ahLst/>
              <a:cxnLst/>
              <a:rect r="r" b="b" t="t" l="l"/>
              <a:pathLst>
                <a:path h="585216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553" r="0" b="-12455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52425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Ingredient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4151616" y="1028700"/>
            <a:ext cx="3749040" cy="3657600"/>
            <a:chOff x="0" y="0"/>
            <a:chExt cx="4998720" cy="4876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9987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174" t="0" r="-75174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4998720" cy="491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id, name, unit, category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costPerUnit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reorderLevel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allergens, isActive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222743" y="5290823"/>
            <a:ext cx="4414523" cy="1854203"/>
            <a:chOff x="0" y="0"/>
            <a:chExt cx="5886031" cy="247227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6891" y="16891"/>
              <a:ext cx="58521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885942" cy="2472182"/>
            </a:xfrm>
            <a:custGeom>
              <a:avLst/>
              <a:gdLst/>
              <a:ahLst/>
              <a:cxnLst/>
              <a:rect r="r" b="b" t="t" l="l"/>
              <a:pathLst>
                <a:path h="2472182" w="5885942">
                  <a:moveTo>
                    <a:pt x="16891" y="0"/>
                  </a:moveTo>
                  <a:lnTo>
                    <a:pt x="5869051" y="0"/>
                  </a:lnTo>
                  <a:cubicBezTo>
                    <a:pt x="5878449" y="0"/>
                    <a:pt x="5885942" y="7620"/>
                    <a:pt x="5885942" y="16891"/>
                  </a:cubicBezTo>
                  <a:lnTo>
                    <a:pt x="5885942" y="2455291"/>
                  </a:lnTo>
                  <a:cubicBezTo>
                    <a:pt x="5885942" y="2464689"/>
                    <a:pt x="5878322" y="2472182"/>
                    <a:pt x="586905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5869051" y="2438400"/>
                  </a:lnTo>
                  <a:lnTo>
                    <a:pt x="5869051" y="2455291"/>
                  </a:lnTo>
                  <a:lnTo>
                    <a:pt x="5852160" y="2455291"/>
                  </a:lnTo>
                  <a:lnTo>
                    <a:pt x="5852160" y="16891"/>
                  </a:lnTo>
                  <a:lnTo>
                    <a:pt x="5869051" y="16891"/>
                  </a:lnTo>
                  <a:lnTo>
                    <a:pt x="5869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235440" y="5303520"/>
            <a:ext cx="4389120" cy="512064"/>
            <a:chOff x="0" y="0"/>
            <a:chExt cx="5852160" cy="68275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852160" cy="682752"/>
            </a:xfrm>
            <a:custGeom>
              <a:avLst/>
              <a:gdLst/>
              <a:ahLst/>
              <a:cxnLst/>
              <a:rect r="r" b="b" t="t" l="l"/>
              <a:pathLst>
                <a:path h="68275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345168" y="5340096"/>
            <a:ext cx="4206240" cy="438912"/>
            <a:chOff x="0" y="0"/>
            <a:chExt cx="5608320" cy="58521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608320" cy="585216"/>
            </a:xfrm>
            <a:custGeom>
              <a:avLst/>
              <a:gdLst/>
              <a:ahLst/>
              <a:cxnLst/>
              <a:rect r="r" b="b" t="t" l="l"/>
              <a:pathLst>
                <a:path h="585216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731" r="0" b="-13673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56083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RecipeIngredient (junction)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509760" y="4389125"/>
            <a:ext cx="4023360" cy="3657600"/>
            <a:chOff x="0" y="0"/>
            <a:chExt cx="5364480" cy="4876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364480" cy="4876800"/>
            </a:xfrm>
            <a:custGeom>
              <a:avLst/>
              <a:gdLst/>
              <a:ahLst/>
              <a:cxnLst/>
              <a:rect r="r" b="b" t="t" l="l"/>
              <a:pathLst>
                <a:path h="48768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5364480" cy="491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recipe_id (FK), ingredient_id (FK)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quantity, unit, notes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886183" y="5290823"/>
            <a:ext cx="4140203" cy="1854203"/>
            <a:chOff x="0" y="0"/>
            <a:chExt cx="5520271" cy="247227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5486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5201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5520182">
                  <a:moveTo>
                    <a:pt x="16891" y="0"/>
                  </a:moveTo>
                  <a:lnTo>
                    <a:pt x="5503291" y="0"/>
                  </a:lnTo>
                  <a:cubicBezTo>
                    <a:pt x="5512689" y="0"/>
                    <a:pt x="5520182" y="7620"/>
                    <a:pt x="5520182" y="16891"/>
                  </a:cubicBezTo>
                  <a:lnTo>
                    <a:pt x="5520182" y="2455291"/>
                  </a:lnTo>
                  <a:cubicBezTo>
                    <a:pt x="5520182" y="2464689"/>
                    <a:pt x="5512562" y="2472182"/>
                    <a:pt x="550329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5503291" y="2438400"/>
                  </a:lnTo>
                  <a:lnTo>
                    <a:pt x="5503291" y="2455291"/>
                  </a:lnTo>
                  <a:lnTo>
                    <a:pt x="5486400" y="2455291"/>
                  </a:lnTo>
                  <a:lnTo>
                    <a:pt x="5486400" y="16891"/>
                  </a:lnTo>
                  <a:lnTo>
                    <a:pt x="5503291" y="16891"/>
                  </a:lnTo>
                  <a:lnTo>
                    <a:pt x="5503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3898880" y="5303520"/>
            <a:ext cx="4114800" cy="512064"/>
            <a:chOff x="0" y="0"/>
            <a:chExt cx="5486400" cy="68275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486400" cy="682752"/>
            </a:xfrm>
            <a:custGeom>
              <a:avLst/>
              <a:gdLst/>
              <a:ahLst/>
              <a:cxnLst/>
              <a:rect r="r" b="b" t="t" l="l"/>
              <a:pathLst>
                <a:path h="68275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4008608" y="5340096"/>
            <a:ext cx="3931920" cy="438912"/>
            <a:chOff x="0" y="0"/>
            <a:chExt cx="5242560" cy="58521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242560" cy="585216"/>
            </a:xfrm>
            <a:custGeom>
              <a:avLst/>
              <a:gdLst/>
              <a:ahLst/>
              <a:cxnLst/>
              <a:rect r="r" b="b" t="t" l="l"/>
              <a:pathLst>
                <a:path h="585216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553" r="0" b="-124553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52425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RecipeStep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4081760" y="4572000"/>
            <a:ext cx="3749040" cy="3657600"/>
            <a:chOff x="0" y="0"/>
            <a:chExt cx="4998720" cy="48768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9987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174" t="0" r="-75174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4998720" cy="491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recipe_id (FK)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stepNumber, title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instruction, durationMins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222743" y="7485383"/>
            <a:ext cx="4414523" cy="2219963"/>
            <a:chOff x="0" y="0"/>
            <a:chExt cx="5886031" cy="295995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16891" y="16891"/>
              <a:ext cx="58521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885942" cy="2959862"/>
            </a:xfrm>
            <a:custGeom>
              <a:avLst/>
              <a:gdLst/>
              <a:ahLst/>
              <a:cxnLst/>
              <a:rect r="r" b="b" t="t" l="l"/>
              <a:pathLst>
                <a:path h="2959862" w="5885942">
                  <a:moveTo>
                    <a:pt x="16891" y="0"/>
                  </a:moveTo>
                  <a:lnTo>
                    <a:pt x="5869051" y="0"/>
                  </a:lnTo>
                  <a:cubicBezTo>
                    <a:pt x="5878449" y="0"/>
                    <a:pt x="5885942" y="7620"/>
                    <a:pt x="5885942" y="16891"/>
                  </a:cubicBezTo>
                  <a:lnTo>
                    <a:pt x="5885942" y="2942971"/>
                  </a:lnTo>
                  <a:cubicBezTo>
                    <a:pt x="5885942" y="2952369"/>
                    <a:pt x="5878322" y="2959862"/>
                    <a:pt x="586905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5869051" y="2926080"/>
                  </a:lnTo>
                  <a:lnTo>
                    <a:pt x="5869051" y="2942971"/>
                  </a:lnTo>
                  <a:lnTo>
                    <a:pt x="5852160" y="2942971"/>
                  </a:lnTo>
                  <a:lnTo>
                    <a:pt x="5852160" y="16891"/>
                  </a:lnTo>
                  <a:lnTo>
                    <a:pt x="5869051" y="16891"/>
                  </a:lnTo>
                  <a:lnTo>
                    <a:pt x="5869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9235440" y="7498080"/>
            <a:ext cx="4389120" cy="512064"/>
            <a:chOff x="0" y="0"/>
            <a:chExt cx="5852160" cy="68275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852160" cy="682752"/>
            </a:xfrm>
            <a:custGeom>
              <a:avLst/>
              <a:gdLst/>
              <a:ahLst/>
              <a:cxnLst/>
              <a:rect r="r" b="b" t="t" l="l"/>
              <a:pathLst>
                <a:path h="68275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345168" y="7534656"/>
            <a:ext cx="4206240" cy="438912"/>
            <a:chOff x="0" y="0"/>
            <a:chExt cx="5608320" cy="58521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608320" cy="585216"/>
            </a:xfrm>
            <a:custGeom>
              <a:avLst/>
              <a:gdLst/>
              <a:ahLst/>
              <a:cxnLst/>
              <a:rect r="r" b="b" t="t" l="l"/>
              <a:pathLst>
                <a:path h="585216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731" r="0" b="-136731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56083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RecipeVersion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454896" y="6939534"/>
            <a:ext cx="4023360" cy="3657600"/>
            <a:chOff x="0" y="0"/>
            <a:chExt cx="5364480" cy="48768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364480" cy="4876800"/>
            </a:xfrm>
            <a:custGeom>
              <a:avLst/>
              <a:gdLst/>
              <a:ahLst/>
              <a:cxnLst/>
              <a:rect r="r" b="b" t="t" l="l"/>
              <a:pathLst>
                <a:path h="48768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5364480" cy="491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recipe_id (FK), version#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snapshotJson (full JSON)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costPerServing, changeSummary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createdBy (FK → User)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261623" y="4742183"/>
            <a:ext cx="4780283" cy="2219963"/>
            <a:chOff x="0" y="0"/>
            <a:chExt cx="6373711" cy="295995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16891" y="16891"/>
              <a:ext cx="63398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6373622" cy="2959862"/>
            </a:xfrm>
            <a:custGeom>
              <a:avLst/>
              <a:gdLst/>
              <a:ahLst/>
              <a:cxnLst/>
              <a:rect r="r" b="b" t="t" l="l"/>
              <a:pathLst>
                <a:path h="2959862" w="6373622">
                  <a:moveTo>
                    <a:pt x="16891" y="0"/>
                  </a:moveTo>
                  <a:lnTo>
                    <a:pt x="6356731" y="0"/>
                  </a:lnTo>
                  <a:cubicBezTo>
                    <a:pt x="6366129" y="0"/>
                    <a:pt x="6373622" y="7620"/>
                    <a:pt x="6373622" y="16891"/>
                  </a:cubicBezTo>
                  <a:lnTo>
                    <a:pt x="6373622" y="2942971"/>
                  </a:lnTo>
                  <a:cubicBezTo>
                    <a:pt x="6373622" y="2952369"/>
                    <a:pt x="6366002" y="2959862"/>
                    <a:pt x="635673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6356731" y="2926080"/>
                  </a:lnTo>
                  <a:lnTo>
                    <a:pt x="6356731" y="2942971"/>
                  </a:lnTo>
                  <a:lnTo>
                    <a:pt x="6339840" y="2942971"/>
                  </a:lnTo>
                  <a:lnTo>
                    <a:pt x="6339840" y="16891"/>
                  </a:lnTo>
                  <a:lnTo>
                    <a:pt x="6356731" y="16891"/>
                  </a:lnTo>
                  <a:lnTo>
                    <a:pt x="6356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9D353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274320" y="4754880"/>
            <a:ext cx="4754880" cy="512064"/>
            <a:chOff x="0" y="0"/>
            <a:chExt cx="6339840" cy="68275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6339840" cy="682752"/>
            </a:xfrm>
            <a:custGeom>
              <a:avLst/>
              <a:gdLst/>
              <a:ahLst/>
              <a:cxnLst/>
              <a:rect r="r" b="b" t="t" l="l"/>
              <a:pathLst>
                <a:path h="682752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39D353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384048" y="4791456"/>
            <a:ext cx="4572000" cy="438912"/>
            <a:chOff x="0" y="0"/>
            <a:chExt cx="6096000" cy="58521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096000" cy="585216"/>
            </a:xfrm>
            <a:custGeom>
              <a:avLst/>
              <a:gdLst/>
              <a:ahLst/>
              <a:cxnLst/>
              <a:rect r="r" b="b" t="t" l="l"/>
              <a:pathLst>
                <a:path h="585216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969" r="0" b="-152969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60960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InventoryItem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455933" y="4284983"/>
            <a:ext cx="4389120" cy="3657600"/>
            <a:chOff x="0" y="0"/>
            <a:chExt cx="5852160" cy="48768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852160" cy="4876800"/>
            </a:xfrm>
            <a:custGeom>
              <a:avLst/>
              <a:gdLst/>
              <a:ahLst/>
              <a:cxnLst/>
              <a:rect r="r" b="b" t="t" l="l"/>
              <a:pathLst>
                <a:path h="487680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5852160" cy="491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ingredient_id (FK)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branch_id (FK)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currentQty, minStockLevel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lastUpdated, expiryDate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4284983" y="2913383"/>
            <a:ext cx="482603" cy="25403"/>
            <a:chOff x="0" y="0"/>
            <a:chExt cx="643471" cy="33871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0"/>
              <a:ext cx="609600" cy="33909"/>
            </a:xfrm>
            <a:custGeom>
              <a:avLst/>
              <a:gdLst/>
              <a:ahLst/>
              <a:cxnLst/>
              <a:rect r="r" b="b" t="t" l="l"/>
              <a:pathLst>
                <a:path h="33909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4023360" y="2633472"/>
            <a:ext cx="1463040" cy="365760"/>
            <a:chOff x="0" y="0"/>
            <a:chExt cx="1950720" cy="48768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950720" cy="487680"/>
            </a:xfrm>
            <a:custGeom>
              <a:avLst/>
              <a:gdLst/>
              <a:ahLst/>
              <a:cxnLst/>
              <a:rect r="r" b="b" t="t" l="l"/>
              <a:pathLst>
                <a:path h="48768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28575"/>
              <a:ext cx="195072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3036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branch_id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1417303" y="3187703"/>
            <a:ext cx="25403" cy="2128523"/>
            <a:chOff x="0" y="0"/>
            <a:chExt cx="33871" cy="2838031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16891"/>
              <a:ext cx="33909" cy="2804160"/>
            </a:xfrm>
            <a:custGeom>
              <a:avLst/>
              <a:gdLst/>
              <a:ahLst/>
              <a:cxnLst/>
              <a:rect r="r" b="b" t="t" l="l"/>
              <a:pathLst>
                <a:path h="2804160" w="33909">
                  <a:moveTo>
                    <a:pt x="33909" y="0"/>
                  </a:moveTo>
                  <a:lnTo>
                    <a:pt x="33909" y="2804160"/>
                  </a:lnTo>
                  <a:lnTo>
                    <a:pt x="0" y="2804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11466576" y="4023360"/>
            <a:ext cx="548640" cy="365760"/>
            <a:chOff x="0" y="0"/>
            <a:chExt cx="731520" cy="48768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731520" cy="487680"/>
            </a:xfrm>
            <a:custGeom>
              <a:avLst/>
              <a:gdLst/>
              <a:ahLst/>
              <a:cxnLst/>
              <a:rect r="r" b="b" t="t" l="l"/>
              <a:pathLst>
                <a:path h="48768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7315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D299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1:N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2801600" y="4572000"/>
            <a:ext cx="731520" cy="365760"/>
            <a:chOff x="0" y="0"/>
            <a:chExt cx="975360" cy="48768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975360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9753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088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N:M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5016503" y="4284983"/>
            <a:ext cx="25403" cy="482603"/>
            <a:chOff x="0" y="0"/>
            <a:chExt cx="33871" cy="643471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16891"/>
              <a:ext cx="33909" cy="609600"/>
            </a:xfrm>
            <a:custGeom>
              <a:avLst/>
              <a:gdLst/>
              <a:ahLst/>
              <a:cxnLst/>
              <a:rect r="r" b="b" t="t" l="l"/>
              <a:pathLst>
                <a:path h="609600" w="33909">
                  <a:moveTo>
                    <a:pt x="33909" y="0"/>
                  </a:moveTo>
                  <a:lnTo>
                    <a:pt x="33909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4023360" y="4754880"/>
            <a:ext cx="1463040" cy="365760"/>
            <a:chOff x="0" y="0"/>
            <a:chExt cx="1950720" cy="48768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950720" cy="487680"/>
            </a:xfrm>
            <a:custGeom>
              <a:avLst/>
              <a:gdLst/>
              <a:ahLst/>
              <a:cxnLst/>
              <a:rect r="r" b="b" t="t" l="l"/>
              <a:pathLst>
                <a:path h="48768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28575"/>
              <a:ext cx="195072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3036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branch_id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274320" y="9473184"/>
            <a:ext cx="256032" cy="256032"/>
            <a:chOff x="0" y="0"/>
            <a:chExt cx="341376" cy="341376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640080" y="9418320"/>
            <a:ext cx="2560320" cy="365760"/>
            <a:chOff x="0" y="0"/>
            <a:chExt cx="3413760" cy="48768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28575"/>
              <a:ext cx="341376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Auth / User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3291840" y="9473184"/>
            <a:ext cx="256032" cy="256032"/>
            <a:chOff x="0" y="0"/>
            <a:chExt cx="341376" cy="34137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3657600" y="9418320"/>
            <a:ext cx="2560320" cy="365760"/>
            <a:chOff x="0" y="0"/>
            <a:chExt cx="3413760" cy="48768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28575"/>
              <a:ext cx="341376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Branch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6309360" y="9473184"/>
            <a:ext cx="256032" cy="256032"/>
            <a:chOff x="0" y="0"/>
            <a:chExt cx="341376" cy="341376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6675120" y="9418320"/>
            <a:ext cx="2560320" cy="365760"/>
            <a:chOff x="0" y="0"/>
            <a:chExt cx="3413760" cy="48768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28575"/>
              <a:ext cx="341376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Recipe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9326880" y="9473184"/>
            <a:ext cx="256032" cy="256032"/>
            <a:chOff x="0" y="0"/>
            <a:chExt cx="341376" cy="341376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9692640" y="9418320"/>
            <a:ext cx="2560320" cy="365760"/>
            <a:chOff x="0" y="0"/>
            <a:chExt cx="3413760" cy="48768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28575"/>
              <a:ext cx="341376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Ingredient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12344400" y="9473184"/>
            <a:ext cx="256032" cy="256032"/>
            <a:chOff x="0" y="0"/>
            <a:chExt cx="341376" cy="341376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12710160" y="9418320"/>
            <a:ext cx="2560320" cy="365760"/>
            <a:chOff x="0" y="0"/>
            <a:chExt cx="3413760" cy="487680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28575"/>
              <a:ext cx="341376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Recipe Detail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15361920" y="9473184"/>
            <a:ext cx="256032" cy="256032"/>
            <a:chOff x="0" y="0"/>
            <a:chExt cx="341376" cy="341376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39D353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15727680" y="9418320"/>
            <a:ext cx="2560320" cy="365760"/>
            <a:chOff x="0" y="0"/>
            <a:chExt cx="3413760" cy="48768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28575"/>
              <a:ext cx="341376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Inventory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46304" cy="1316736"/>
            <a:chOff x="0" y="0"/>
            <a:chExt cx="195072" cy="17556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072" cy="1755648"/>
            </a:xfrm>
            <a:custGeom>
              <a:avLst/>
              <a:gdLst/>
              <a:ahLst/>
              <a:cxnLst/>
              <a:rect r="r" b="b" t="t" l="l"/>
              <a:pathLst>
                <a:path h="175564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65760" y="109728"/>
            <a:ext cx="12801600" cy="822960"/>
            <a:chOff x="0" y="0"/>
            <a:chExt cx="1706880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70688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58A6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— Entity Relationship Diagram (Part 2: Operations)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65760" y="877824"/>
            <a:ext cx="16459200" cy="402336"/>
            <a:chOff x="0" y="0"/>
            <a:chExt cx="21945600" cy="5364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7115" r="0" b="-74711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945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Procurement chain, Sales, Production, MealPlan, Menu, Customer, Shift, Wastage, AuditLog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61623" y="1541783"/>
            <a:ext cx="4048763" cy="2402843"/>
            <a:chOff x="0" y="0"/>
            <a:chExt cx="5398351" cy="32037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5364480" cy="3169920"/>
            </a:xfrm>
            <a:custGeom>
              <a:avLst/>
              <a:gdLst/>
              <a:ahLst/>
              <a:cxnLst/>
              <a:rect r="r" b="b" t="t" l="l"/>
              <a:pathLst>
                <a:path h="31699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98262" cy="3203702"/>
            </a:xfrm>
            <a:custGeom>
              <a:avLst/>
              <a:gdLst/>
              <a:ahLst/>
              <a:cxnLst/>
              <a:rect r="r" b="b" t="t" l="l"/>
              <a:pathLst>
                <a:path h="320370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3186811"/>
                  </a:lnTo>
                  <a:cubicBezTo>
                    <a:pt x="5398262" y="3196209"/>
                    <a:pt x="5390642" y="3203702"/>
                    <a:pt x="538137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5381371" y="3169920"/>
                  </a:lnTo>
                  <a:lnTo>
                    <a:pt x="5381371" y="3186811"/>
                  </a:lnTo>
                  <a:lnTo>
                    <a:pt x="5364480" y="318681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85149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74320" y="1554480"/>
            <a:ext cx="4023360" cy="512064"/>
            <a:chOff x="0" y="0"/>
            <a:chExt cx="5364480" cy="6827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85149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84048" y="1591056"/>
            <a:ext cx="3840480" cy="438912"/>
            <a:chOff x="0" y="0"/>
            <a:chExt cx="5120640" cy="5852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20640" cy="585216"/>
            </a:xfrm>
            <a:custGeom>
              <a:avLst/>
              <a:gdLst/>
              <a:ahLst/>
              <a:cxnLst/>
              <a:rect r="r" b="b" t="t" l="l"/>
              <a:pathLst>
                <a:path h="58521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1206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Supplier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84048" y="932688"/>
            <a:ext cx="3749040" cy="3657600"/>
            <a:chOff x="0" y="0"/>
            <a:chExt cx="4998720" cy="4876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9987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174" t="0" r="-75174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998720" cy="491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id, name, contactPerson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phone, email, category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rating, totalOrders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hqApproved, branch_id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650743" y="1541783"/>
            <a:ext cx="4323083" cy="2402843"/>
            <a:chOff x="0" y="0"/>
            <a:chExt cx="5764111" cy="320379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5730240" cy="3169920"/>
            </a:xfrm>
            <a:custGeom>
              <a:avLst/>
              <a:gdLst/>
              <a:ahLst/>
              <a:cxnLst/>
              <a:rect r="r" b="b" t="t" l="l"/>
              <a:pathLst>
                <a:path h="316992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64022" cy="3203702"/>
            </a:xfrm>
            <a:custGeom>
              <a:avLst/>
              <a:gdLst/>
              <a:ahLst/>
              <a:cxnLst/>
              <a:rect r="r" b="b" t="t" l="l"/>
              <a:pathLst>
                <a:path h="3203702" w="5764022">
                  <a:moveTo>
                    <a:pt x="16891" y="0"/>
                  </a:moveTo>
                  <a:lnTo>
                    <a:pt x="5747131" y="0"/>
                  </a:lnTo>
                  <a:cubicBezTo>
                    <a:pt x="5756529" y="0"/>
                    <a:pt x="5764022" y="7620"/>
                    <a:pt x="5764022" y="16891"/>
                  </a:cubicBezTo>
                  <a:lnTo>
                    <a:pt x="5764022" y="3186811"/>
                  </a:lnTo>
                  <a:cubicBezTo>
                    <a:pt x="5764022" y="3196209"/>
                    <a:pt x="5756402" y="3203702"/>
                    <a:pt x="574713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5747131" y="3169920"/>
                  </a:lnTo>
                  <a:lnTo>
                    <a:pt x="5747131" y="3186811"/>
                  </a:lnTo>
                  <a:lnTo>
                    <a:pt x="5730240" y="3186811"/>
                  </a:lnTo>
                  <a:lnTo>
                    <a:pt x="5730240" y="16891"/>
                  </a:lnTo>
                  <a:lnTo>
                    <a:pt x="5747131" y="16891"/>
                  </a:lnTo>
                  <a:lnTo>
                    <a:pt x="5747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85149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4663440" y="1554480"/>
            <a:ext cx="4297680" cy="512064"/>
            <a:chOff x="0" y="0"/>
            <a:chExt cx="5730240" cy="68275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730240" cy="682752"/>
            </a:xfrm>
            <a:custGeom>
              <a:avLst/>
              <a:gdLst/>
              <a:ahLst/>
              <a:cxnLst/>
              <a:rect r="r" b="b" t="t" l="l"/>
              <a:pathLst>
                <a:path h="682752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85149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773168" y="1591056"/>
            <a:ext cx="4114800" cy="438912"/>
            <a:chOff x="0" y="0"/>
            <a:chExt cx="5486400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486400" cy="585216"/>
            </a:xfrm>
            <a:custGeom>
              <a:avLst/>
              <a:gdLst/>
              <a:ahLst/>
              <a:cxnLst/>
              <a:rect r="r" b="b" t="t" l="l"/>
              <a:pathLst>
                <a:path h="58521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672" r="0" b="-13267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5486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PurchaseOrder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800605" y="932688"/>
            <a:ext cx="4023360" cy="3657600"/>
            <a:chOff x="0" y="0"/>
            <a:chExt cx="5364480" cy="4876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64480" cy="4876800"/>
            </a:xfrm>
            <a:custGeom>
              <a:avLst/>
              <a:gdLst/>
              <a:ahLst/>
              <a:cxnLst/>
              <a:rect r="r" b="b" t="t" l="l"/>
              <a:pathLst>
                <a:path h="48768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5364480" cy="491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poNumber (unique)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branch_id, supplier_id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status: DRAFT/SENT/APPROVED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/RECEIVED, totalAmount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314183" y="1541783"/>
            <a:ext cx="4323083" cy="2402843"/>
            <a:chOff x="0" y="0"/>
            <a:chExt cx="5764111" cy="320379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5730240" cy="3169920"/>
            </a:xfrm>
            <a:custGeom>
              <a:avLst/>
              <a:gdLst/>
              <a:ahLst/>
              <a:cxnLst/>
              <a:rect r="r" b="b" t="t" l="l"/>
              <a:pathLst>
                <a:path h="316992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764022" cy="3203702"/>
            </a:xfrm>
            <a:custGeom>
              <a:avLst/>
              <a:gdLst/>
              <a:ahLst/>
              <a:cxnLst/>
              <a:rect r="r" b="b" t="t" l="l"/>
              <a:pathLst>
                <a:path h="3203702" w="5764022">
                  <a:moveTo>
                    <a:pt x="16891" y="0"/>
                  </a:moveTo>
                  <a:lnTo>
                    <a:pt x="5747131" y="0"/>
                  </a:lnTo>
                  <a:cubicBezTo>
                    <a:pt x="5756529" y="0"/>
                    <a:pt x="5764022" y="7620"/>
                    <a:pt x="5764022" y="16891"/>
                  </a:cubicBezTo>
                  <a:lnTo>
                    <a:pt x="5764022" y="3186811"/>
                  </a:lnTo>
                  <a:cubicBezTo>
                    <a:pt x="5764022" y="3196209"/>
                    <a:pt x="5756402" y="3203702"/>
                    <a:pt x="574713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5747131" y="3169920"/>
                  </a:lnTo>
                  <a:lnTo>
                    <a:pt x="5747131" y="3186811"/>
                  </a:lnTo>
                  <a:lnTo>
                    <a:pt x="5730240" y="3186811"/>
                  </a:lnTo>
                  <a:lnTo>
                    <a:pt x="5730240" y="16891"/>
                  </a:lnTo>
                  <a:lnTo>
                    <a:pt x="5747131" y="16891"/>
                  </a:lnTo>
                  <a:lnTo>
                    <a:pt x="5747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85149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326880" y="1554480"/>
            <a:ext cx="4297680" cy="512064"/>
            <a:chOff x="0" y="0"/>
            <a:chExt cx="5730240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730240" cy="682752"/>
            </a:xfrm>
            <a:custGeom>
              <a:avLst/>
              <a:gdLst/>
              <a:ahLst/>
              <a:cxnLst/>
              <a:rect r="r" b="b" t="t" l="l"/>
              <a:pathLst>
                <a:path h="682752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85149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436608" y="1591056"/>
            <a:ext cx="4114800" cy="438912"/>
            <a:chOff x="0" y="0"/>
            <a:chExt cx="5486400" cy="58521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486400" cy="585216"/>
            </a:xfrm>
            <a:custGeom>
              <a:avLst/>
              <a:gdLst/>
              <a:ahLst/>
              <a:cxnLst/>
              <a:rect r="r" b="b" t="t" l="l"/>
              <a:pathLst>
                <a:path h="58521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672" r="0" b="-13267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5486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GoodsReceived (GRN)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509760" y="1028700"/>
            <a:ext cx="4023360" cy="3657600"/>
            <a:chOff x="0" y="0"/>
            <a:chExt cx="5364480" cy="4876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364480" cy="4876800"/>
            </a:xfrm>
            <a:custGeom>
              <a:avLst/>
              <a:gdLst/>
              <a:ahLst/>
              <a:cxnLst/>
              <a:rect r="r" b="b" t="t" l="l"/>
              <a:pathLst>
                <a:path h="48768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5364480" cy="491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grnNumber, po_id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branch_id, status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receivedDate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GRNItem[]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886183" y="1541783"/>
            <a:ext cx="4140203" cy="2402843"/>
            <a:chOff x="0" y="0"/>
            <a:chExt cx="5520271" cy="320379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54864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520182" cy="3203702"/>
            </a:xfrm>
            <a:custGeom>
              <a:avLst/>
              <a:gdLst/>
              <a:ahLst/>
              <a:cxnLst/>
              <a:rect r="r" b="b" t="t" l="l"/>
              <a:pathLst>
                <a:path h="3203702" w="5520182">
                  <a:moveTo>
                    <a:pt x="16891" y="0"/>
                  </a:moveTo>
                  <a:lnTo>
                    <a:pt x="5503291" y="0"/>
                  </a:lnTo>
                  <a:cubicBezTo>
                    <a:pt x="5512689" y="0"/>
                    <a:pt x="5520182" y="7620"/>
                    <a:pt x="5520182" y="16891"/>
                  </a:cubicBezTo>
                  <a:lnTo>
                    <a:pt x="5520182" y="3186811"/>
                  </a:lnTo>
                  <a:cubicBezTo>
                    <a:pt x="5520182" y="3196209"/>
                    <a:pt x="5512562" y="3203702"/>
                    <a:pt x="550329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5503291" y="3169920"/>
                  </a:lnTo>
                  <a:lnTo>
                    <a:pt x="5503291" y="3186811"/>
                  </a:lnTo>
                  <a:lnTo>
                    <a:pt x="5486400" y="3186811"/>
                  </a:lnTo>
                  <a:lnTo>
                    <a:pt x="5486400" y="16891"/>
                  </a:lnTo>
                  <a:lnTo>
                    <a:pt x="5503291" y="16891"/>
                  </a:lnTo>
                  <a:lnTo>
                    <a:pt x="5503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85149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3898880" y="1554480"/>
            <a:ext cx="4114800" cy="512064"/>
            <a:chOff x="0" y="0"/>
            <a:chExt cx="5486400" cy="68275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486400" cy="682752"/>
            </a:xfrm>
            <a:custGeom>
              <a:avLst/>
              <a:gdLst/>
              <a:ahLst/>
              <a:cxnLst/>
              <a:rect r="r" b="b" t="t" l="l"/>
              <a:pathLst>
                <a:path h="68275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85149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4008608" y="1591056"/>
            <a:ext cx="3931920" cy="438912"/>
            <a:chOff x="0" y="0"/>
            <a:chExt cx="5242560" cy="5852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242560" cy="585216"/>
            </a:xfrm>
            <a:custGeom>
              <a:avLst/>
              <a:gdLst/>
              <a:ahLst/>
              <a:cxnLst/>
              <a:rect r="r" b="b" t="t" l="l"/>
              <a:pathLst>
                <a:path h="585216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553" r="0" b="-12455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52425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MaterialIndent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4065891" y="914405"/>
            <a:ext cx="3840480" cy="3657600"/>
            <a:chOff x="0" y="0"/>
            <a:chExt cx="5120640" cy="4876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120640" cy="4876800"/>
            </a:xfrm>
            <a:custGeom>
              <a:avLst/>
              <a:gdLst/>
              <a:ahLst/>
              <a:cxnLst/>
              <a:rect r="r" b="b" t="t" l="l"/>
              <a:pathLst>
                <a:path h="48768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2193" t="0" r="-7219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5120640" cy="491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indentNumber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branch_id, status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raisedBy, approvedBy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IndentItem[]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261623" y="4284983"/>
            <a:ext cx="4048763" cy="2219963"/>
            <a:chOff x="0" y="0"/>
            <a:chExt cx="5398351" cy="295995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6891" y="16891"/>
              <a:ext cx="53644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398262" cy="2959862"/>
            </a:xfrm>
            <a:custGeom>
              <a:avLst/>
              <a:gdLst/>
              <a:ahLst/>
              <a:cxnLst/>
              <a:rect r="r" b="b" t="t" l="l"/>
              <a:pathLst>
                <a:path h="295986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942971"/>
                  </a:lnTo>
                  <a:cubicBezTo>
                    <a:pt x="5398262" y="2952369"/>
                    <a:pt x="5390642" y="2959862"/>
                    <a:pt x="538137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5381371" y="2926080"/>
                  </a:lnTo>
                  <a:lnTo>
                    <a:pt x="5381371" y="2942971"/>
                  </a:lnTo>
                  <a:lnTo>
                    <a:pt x="5364480" y="294297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274320" y="4297680"/>
            <a:ext cx="4023360" cy="512064"/>
            <a:chOff x="0" y="0"/>
            <a:chExt cx="5364480" cy="68275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384048" y="4334256"/>
            <a:ext cx="3840480" cy="438912"/>
            <a:chOff x="0" y="0"/>
            <a:chExt cx="5120640" cy="58521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120640" cy="585216"/>
            </a:xfrm>
            <a:custGeom>
              <a:avLst/>
              <a:gdLst/>
              <a:ahLst/>
              <a:cxnLst/>
              <a:rect r="r" b="b" t="t" l="l"/>
              <a:pathLst>
                <a:path h="58521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51206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SalesEntry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396878" y="3736343"/>
            <a:ext cx="3749040" cy="3657600"/>
            <a:chOff x="0" y="0"/>
            <a:chExt cx="4998720" cy="4876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9987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174" t="0" r="-75174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998720" cy="491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branch_id, recipe_id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menuItem_id, customer_id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qty, unitPrice, totalPrice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saleDate, shift_id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4650743" y="4284983"/>
            <a:ext cx="4323083" cy="2219963"/>
            <a:chOff x="0" y="0"/>
            <a:chExt cx="5764111" cy="295995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57302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764022" cy="2959862"/>
            </a:xfrm>
            <a:custGeom>
              <a:avLst/>
              <a:gdLst/>
              <a:ahLst/>
              <a:cxnLst/>
              <a:rect r="r" b="b" t="t" l="l"/>
              <a:pathLst>
                <a:path h="2959862" w="5764022">
                  <a:moveTo>
                    <a:pt x="16891" y="0"/>
                  </a:moveTo>
                  <a:lnTo>
                    <a:pt x="5747131" y="0"/>
                  </a:lnTo>
                  <a:cubicBezTo>
                    <a:pt x="5756529" y="0"/>
                    <a:pt x="5764022" y="7620"/>
                    <a:pt x="5764022" y="16891"/>
                  </a:cubicBezTo>
                  <a:lnTo>
                    <a:pt x="5764022" y="2942971"/>
                  </a:lnTo>
                  <a:cubicBezTo>
                    <a:pt x="5764022" y="2952369"/>
                    <a:pt x="5756402" y="2959862"/>
                    <a:pt x="574713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5747131" y="2926080"/>
                  </a:lnTo>
                  <a:lnTo>
                    <a:pt x="5747131" y="2942971"/>
                  </a:lnTo>
                  <a:lnTo>
                    <a:pt x="5730240" y="2942971"/>
                  </a:lnTo>
                  <a:lnTo>
                    <a:pt x="5730240" y="16891"/>
                  </a:lnTo>
                  <a:lnTo>
                    <a:pt x="5747131" y="16891"/>
                  </a:lnTo>
                  <a:lnTo>
                    <a:pt x="5747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4663440" y="4297680"/>
            <a:ext cx="4297680" cy="512064"/>
            <a:chOff x="0" y="0"/>
            <a:chExt cx="5730240" cy="68275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730240" cy="682752"/>
            </a:xfrm>
            <a:custGeom>
              <a:avLst/>
              <a:gdLst/>
              <a:ahLst/>
              <a:cxnLst/>
              <a:rect r="r" b="b" t="t" l="l"/>
              <a:pathLst>
                <a:path h="682752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4773168" y="4334256"/>
            <a:ext cx="4114800" cy="438912"/>
            <a:chOff x="0" y="0"/>
            <a:chExt cx="5486400" cy="58521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486400" cy="585216"/>
            </a:xfrm>
            <a:custGeom>
              <a:avLst/>
              <a:gdLst/>
              <a:ahLst/>
              <a:cxnLst/>
              <a:rect r="r" b="b" t="t" l="l"/>
              <a:pathLst>
                <a:path h="58521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672" r="0" b="-132672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5486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ProductionLog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4818888" y="3761746"/>
            <a:ext cx="4023360" cy="3657600"/>
            <a:chOff x="0" y="0"/>
            <a:chExt cx="5364480" cy="48768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364480" cy="4876800"/>
            </a:xfrm>
            <a:custGeom>
              <a:avLst/>
              <a:gdLst/>
              <a:ahLst/>
              <a:cxnLst/>
              <a:rect r="r" b="b" t="t" l="l"/>
              <a:pathLst>
                <a:path h="48768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5364480" cy="491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recipe_id, branch_id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servingsProduced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totalCost, costPerServing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producedBy, date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314183" y="4284983"/>
            <a:ext cx="4323083" cy="2219963"/>
            <a:chOff x="0" y="0"/>
            <a:chExt cx="5764111" cy="295995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16891" y="16891"/>
              <a:ext cx="57302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764022" cy="2959862"/>
            </a:xfrm>
            <a:custGeom>
              <a:avLst/>
              <a:gdLst/>
              <a:ahLst/>
              <a:cxnLst/>
              <a:rect r="r" b="b" t="t" l="l"/>
              <a:pathLst>
                <a:path h="2959862" w="5764022">
                  <a:moveTo>
                    <a:pt x="16891" y="0"/>
                  </a:moveTo>
                  <a:lnTo>
                    <a:pt x="5747131" y="0"/>
                  </a:lnTo>
                  <a:cubicBezTo>
                    <a:pt x="5756529" y="0"/>
                    <a:pt x="5764022" y="7620"/>
                    <a:pt x="5764022" y="16891"/>
                  </a:cubicBezTo>
                  <a:lnTo>
                    <a:pt x="5764022" y="2942971"/>
                  </a:lnTo>
                  <a:cubicBezTo>
                    <a:pt x="5764022" y="2952369"/>
                    <a:pt x="5756402" y="2959862"/>
                    <a:pt x="574713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5747131" y="2926080"/>
                  </a:lnTo>
                  <a:lnTo>
                    <a:pt x="5747131" y="2942971"/>
                  </a:lnTo>
                  <a:lnTo>
                    <a:pt x="5730240" y="2942971"/>
                  </a:lnTo>
                  <a:lnTo>
                    <a:pt x="5730240" y="16891"/>
                  </a:lnTo>
                  <a:lnTo>
                    <a:pt x="5747131" y="16891"/>
                  </a:lnTo>
                  <a:lnTo>
                    <a:pt x="5747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9D353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9326880" y="4297680"/>
            <a:ext cx="4297680" cy="512064"/>
            <a:chOff x="0" y="0"/>
            <a:chExt cx="5730240" cy="68275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730240" cy="682752"/>
            </a:xfrm>
            <a:custGeom>
              <a:avLst/>
              <a:gdLst/>
              <a:ahLst/>
              <a:cxnLst/>
              <a:rect r="r" b="b" t="t" l="l"/>
              <a:pathLst>
                <a:path h="682752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39D353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436608" y="4334256"/>
            <a:ext cx="4114800" cy="438912"/>
            <a:chOff x="0" y="0"/>
            <a:chExt cx="5486400" cy="58521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486400" cy="585216"/>
            </a:xfrm>
            <a:custGeom>
              <a:avLst/>
              <a:gdLst/>
              <a:ahLst/>
              <a:cxnLst/>
              <a:rect r="r" b="b" t="t" l="l"/>
              <a:pathLst>
                <a:path h="58521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672" r="0" b="-132672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5486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FinishedGoodStock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464040" y="3712464"/>
            <a:ext cx="4023360" cy="3657600"/>
            <a:chOff x="0" y="0"/>
            <a:chExt cx="5364480" cy="48768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364480" cy="4876800"/>
            </a:xfrm>
            <a:custGeom>
              <a:avLst/>
              <a:gdLst/>
              <a:ahLst/>
              <a:cxnLst/>
              <a:rect r="r" b="b" t="t" l="l"/>
              <a:pathLst>
                <a:path h="48768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5364480" cy="491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recipe_id, branch_id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availableServings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lastUpdated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3886183" y="4284983"/>
            <a:ext cx="4140203" cy="2219963"/>
            <a:chOff x="0" y="0"/>
            <a:chExt cx="5520271" cy="295995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16891" y="16891"/>
              <a:ext cx="54864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520182" cy="2959862"/>
            </a:xfrm>
            <a:custGeom>
              <a:avLst/>
              <a:gdLst/>
              <a:ahLst/>
              <a:cxnLst/>
              <a:rect r="r" b="b" t="t" l="l"/>
              <a:pathLst>
                <a:path h="2959862" w="5520182">
                  <a:moveTo>
                    <a:pt x="16891" y="0"/>
                  </a:moveTo>
                  <a:lnTo>
                    <a:pt x="5503291" y="0"/>
                  </a:lnTo>
                  <a:cubicBezTo>
                    <a:pt x="5512689" y="0"/>
                    <a:pt x="5520182" y="7620"/>
                    <a:pt x="5520182" y="16891"/>
                  </a:cubicBezTo>
                  <a:lnTo>
                    <a:pt x="5520182" y="2942971"/>
                  </a:lnTo>
                  <a:cubicBezTo>
                    <a:pt x="5520182" y="2952369"/>
                    <a:pt x="5512562" y="2959862"/>
                    <a:pt x="550329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5503291" y="2926080"/>
                  </a:lnTo>
                  <a:lnTo>
                    <a:pt x="5503291" y="2942971"/>
                  </a:lnTo>
                  <a:lnTo>
                    <a:pt x="5486400" y="2942971"/>
                  </a:lnTo>
                  <a:lnTo>
                    <a:pt x="5486400" y="16891"/>
                  </a:lnTo>
                  <a:lnTo>
                    <a:pt x="5503291" y="16891"/>
                  </a:lnTo>
                  <a:lnTo>
                    <a:pt x="5503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9D353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3898880" y="4297680"/>
            <a:ext cx="4114800" cy="512064"/>
            <a:chOff x="0" y="0"/>
            <a:chExt cx="5486400" cy="68275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486400" cy="682752"/>
            </a:xfrm>
            <a:custGeom>
              <a:avLst/>
              <a:gdLst/>
              <a:ahLst/>
              <a:cxnLst/>
              <a:rect r="r" b="b" t="t" l="l"/>
              <a:pathLst>
                <a:path h="68275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39D353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4008608" y="4334256"/>
            <a:ext cx="3931920" cy="438912"/>
            <a:chOff x="0" y="0"/>
            <a:chExt cx="5242560" cy="58521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242560" cy="585216"/>
            </a:xfrm>
            <a:custGeom>
              <a:avLst/>
              <a:gdLst/>
              <a:ahLst/>
              <a:cxnLst/>
              <a:rect r="r" b="b" t="t" l="l"/>
              <a:pathLst>
                <a:path h="585216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553" r="0" b="-124553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52425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StockTransaction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4036040" y="3675888"/>
            <a:ext cx="3840480" cy="3657600"/>
            <a:chOff x="0" y="0"/>
            <a:chExt cx="5120640" cy="48768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120640" cy="4876800"/>
            </a:xfrm>
            <a:custGeom>
              <a:avLst/>
              <a:gdLst/>
              <a:ahLst/>
              <a:cxnLst/>
              <a:rect r="r" b="b" t="t" l="l"/>
              <a:pathLst>
                <a:path h="48768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2193" t="0" r="-72193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5120640" cy="491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ingredient_id, branch_id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type: IN/OUT/TRANSFER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/WASTAGE/PRODUCTION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qty, unitCost, balance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261623" y="6845303"/>
            <a:ext cx="4048763" cy="2219963"/>
            <a:chOff x="0" y="0"/>
            <a:chExt cx="5398351" cy="2959951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53644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5398262" cy="2959862"/>
            </a:xfrm>
            <a:custGeom>
              <a:avLst/>
              <a:gdLst/>
              <a:ahLst/>
              <a:cxnLst/>
              <a:rect r="r" b="b" t="t" l="l"/>
              <a:pathLst>
                <a:path h="295986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942971"/>
                  </a:lnTo>
                  <a:cubicBezTo>
                    <a:pt x="5398262" y="2952369"/>
                    <a:pt x="5390642" y="2959862"/>
                    <a:pt x="538137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5381371" y="2926080"/>
                  </a:lnTo>
                  <a:lnTo>
                    <a:pt x="5381371" y="2942971"/>
                  </a:lnTo>
                  <a:lnTo>
                    <a:pt x="5364480" y="294297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274320" y="6858000"/>
            <a:ext cx="4023360" cy="512064"/>
            <a:chOff x="0" y="0"/>
            <a:chExt cx="5364480" cy="68275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384048" y="6894576"/>
            <a:ext cx="3840480" cy="438912"/>
            <a:chOff x="0" y="0"/>
            <a:chExt cx="5120640" cy="585216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5120640" cy="585216"/>
            </a:xfrm>
            <a:custGeom>
              <a:avLst/>
              <a:gdLst/>
              <a:ahLst/>
              <a:cxnLst/>
              <a:rect r="r" b="b" t="t" l="l"/>
              <a:pathLst>
                <a:path h="58521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51206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MealPlan → MealPlanItem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454028" y="6288182"/>
            <a:ext cx="3749040" cy="3657600"/>
            <a:chOff x="0" y="0"/>
            <a:chExt cx="4998720" cy="487680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49987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174" t="0" r="-75174" b="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4998720" cy="491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planName, weekNum, year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branch_id, status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recipe, day, mealType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expectedCovers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4650743" y="6845303"/>
            <a:ext cx="4323083" cy="2219963"/>
            <a:chOff x="0" y="0"/>
            <a:chExt cx="5764111" cy="2959951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16891" y="16891"/>
              <a:ext cx="57302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5764022" cy="2959862"/>
            </a:xfrm>
            <a:custGeom>
              <a:avLst/>
              <a:gdLst/>
              <a:ahLst/>
              <a:cxnLst/>
              <a:rect r="r" b="b" t="t" l="l"/>
              <a:pathLst>
                <a:path h="2959862" w="5764022">
                  <a:moveTo>
                    <a:pt x="16891" y="0"/>
                  </a:moveTo>
                  <a:lnTo>
                    <a:pt x="5747131" y="0"/>
                  </a:lnTo>
                  <a:cubicBezTo>
                    <a:pt x="5756529" y="0"/>
                    <a:pt x="5764022" y="7620"/>
                    <a:pt x="5764022" y="16891"/>
                  </a:cubicBezTo>
                  <a:lnTo>
                    <a:pt x="5764022" y="2942971"/>
                  </a:lnTo>
                  <a:cubicBezTo>
                    <a:pt x="5764022" y="2952369"/>
                    <a:pt x="5756402" y="2959862"/>
                    <a:pt x="574713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5747131" y="2926080"/>
                  </a:lnTo>
                  <a:lnTo>
                    <a:pt x="5747131" y="2942971"/>
                  </a:lnTo>
                  <a:lnTo>
                    <a:pt x="5730240" y="2942971"/>
                  </a:lnTo>
                  <a:lnTo>
                    <a:pt x="5730240" y="16891"/>
                  </a:lnTo>
                  <a:lnTo>
                    <a:pt x="5747131" y="16891"/>
                  </a:lnTo>
                  <a:lnTo>
                    <a:pt x="5747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4663440" y="6858000"/>
            <a:ext cx="4297680" cy="512064"/>
            <a:chOff x="0" y="0"/>
            <a:chExt cx="5730240" cy="682752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5730240" cy="682752"/>
            </a:xfrm>
            <a:custGeom>
              <a:avLst/>
              <a:gdLst/>
              <a:ahLst/>
              <a:cxnLst/>
              <a:rect r="r" b="b" t="t" l="l"/>
              <a:pathLst>
                <a:path h="682752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4773168" y="6894576"/>
            <a:ext cx="4114800" cy="438912"/>
            <a:chOff x="0" y="0"/>
            <a:chExt cx="5486400" cy="585216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5486400" cy="585216"/>
            </a:xfrm>
            <a:custGeom>
              <a:avLst/>
              <a:gdLst/>
              <a:ahLst/>
              <a:cxnLst/>
              <a:rect r="r" b="b" t="t" l="l"/>
              <a:pathLst>
                <a:path h="58521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672" r="0" b="-132672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38100"/>
              <a:ext cx="5486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Menu → MenuItem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4818888" y="6126485"/>
            <a:ext cx="4023360" cy="3657600"/>
            <a:chOff x="0" y="0"/>
            <a:chExt cx="5364480" cy="487680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5364480" cy="4876800"/>
            </a:xfrm>
            <a:custGeom>
              <a:avLst/>
              <a:gdLst/>
              <a:ahLst/>
              <a:cxnLst/>
              <a:rect r="r" b="b" t="t" l="l"/>
              <a:pathLst>
                <a:path h="48768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5364480" cy="491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name, season, validFrom/To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isActive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recipe_id, basePrice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BranchMenuPrice overrides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9314183" y="6845303"/>
            <a:ext cx="4323083" cy="2219963"/>
            <a:chOff x="0" y="0"/>
            <a:chExt cx="5764111" cy="2959951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16891" y="16891"/>
              <a:ext cx="57302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5764022" cy="2959862"/>
            </a:xfrm>
            <a:custGeom>
              <a:avLst/>
              <a:gdLst/>
              <a:ahLst/>
              <a:cxnLst/>
              <a:rect r="r" b="b" t="t" l="l"/>
              <a:pathLst>
                <a:path h="2959862" w="5764022">
                  <a:moveTo>
                    <a:pt x="16891" y="0"/>
                  </a:moveTo>
                  <a:lnTo>
                    <a:pt x="5747131" y="0"/>
                  </a:lnTo>
                  <a:cubicBezTo>
                    <a:pt x="5756529" y="0"/>
                    <a:pt x="5764022" y="7620"/>
                    <a:pt x="5764022" y="16891"/>
                  </a:cubicBezTo>
                  <a:lnTo>
                    <a:pt x="5764022" y="2942971"/>
                  </a:lnTo>
                  <a:cubicBezTo>
                    <a:pt x="5764022" y="2952369"/>
                    <a:pt x="5756402" y="2959862"/>
                    <a:pt x="574713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5747131" y="2926080"/>
                  </a:lnTo>
                  <a:lnTo>
                    <a:pt x="5747131" y="2942971"/>
                  </a:lnTo>
                  <a:lnTo>
                    <a:pt x="5730240" y="2942971"/>
                  </a:lnTo>
                  <a:lnTo>
                    <a:pt x="5730240" y="16891"/>
                  </a:lnTo>
                  <a:lnTo>
                    <a:pt x="5747131" y="16891"/>
                  </a:lnTo>
                  <a:lnTo>
                    <a:pt x="5747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9326880" y="6858000"/>
            <a:ext cx="4297680" cy="512064"/>
            <a:chOff x="0" y="0"/>
            <a:chExt cx="5730240" cy="682752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5730240" cy="682752"/>
            </a:xfrm>
            <a:custGeom>
              <a:avLst/>
              <a:gdLst/>
              <a:ahLst/>
              <a:cxnLst/>
              <a:rect r="r" b="b" t="t" l="l"/>
              <a:pathLst>
                <a:path h="682752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9436608" y="6894576"/>
            <a:ext cx="4114800" cy="438912"/>
            <a:chOff x="0" y="0"/>
            <a:chExt cx="5486400" cy="585216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5486400" cy="585216"/>
            </a:xfrm>
            <a:custGeom>
              <a:avLst/>
              <a:gdLst/>
              <a:ahLst/>
              <a:cxnLst/>
              <a:rect r="r" b="b" t="t" l="l"/>
              <a:pathLst>
                <a:path h="58521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672" r="0" b="-132672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5486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Customer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9464045" y="6126485"/>
            <a:ext cx="4023360" cy="3657600"/>
            <a:chOff x="0" y="0"/>
            <a:chExt cx="5364480" cy="487680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5364480" cy="4876800"/>
            </a:xfrm>
            <a:custGeom>
              <a:avLst/>
              <a:gdLst/>
              <a:ahLst/>
              <a:cxnLst/>
              <a:rect r="r" b="b" t="t" l="l"/>
              <a:pathLst>
                <a:path h="48768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5364480" cy="491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name, phone, email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loyaltyPoints, totalSpend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tier: BRONZE/SILVER/GOLD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dob, anniversary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3886183" y="6845303"/>
            <a:ext cx="4140203" cy="2219963"/>
            <a:chOff x="0" y="0"/>
            <a:chExt cx="5520271" cy="2959951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6891" y="16891"/>
              <a:ext cx="54864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5520182" cy="2959862"/>
            </a:xfrm>
            <a:custGeom>
              <a:avLst/>
              <a:gdLst/>
              <a:ahLst/>
              <a:cxnLst/>
              <a:rect r="r" b="b" t="t" l="l"/>
              <a:pathLst>
                <a:path h="2959862" w="5520182">
                  <a:moveTo>
                    <a:pt x="16891" y="0"/>
                  </a:moveTo>
                  <a:lnTo>
                    <a:pt x="5503291" y="0"/>
                  </a:lnTo>
                  <a:cubicBezTo>
                    <a:pt x="5512689" y="0"/>
                    <a:pt x="5520182" y="7620"/>
                    <a:pt x="5520182" y="16891"/>
                  </a:cubicBezTo>
                  <a:lnTo>
                    <a:pt x="5520182" y="2942971"/>
                  </a:lnTo>
                  <a:cubicBezTo>
                    <a:pt x="5520182" y="2952369"/>
                    <a:pt x="5512562" y="2959862"/>
                    <a:pt x="550329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5503291" y="2926080"/>
                  </a:lnTo>
                  <a:lnTo>
                    <a:pt x="5503291" y="2942971"/>
                  </a:lnTo>
                  <a:lnTo>
                    <a:pt x="5486400" y="2942971"/>
                  </a:lnTo>
                  <a:lnTo>
                    <a:pt x="5486400" y="16891"/>
                  </a:lnTo>
                  <a:lnTo>
                    <a:pt x="5503291" y="16891"/>
                  </a:lnTo>
                  <a:lnTo>
                    <a:pt x="5503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13898880" y="6858000"/>
            <a:ext cx="4114800" cy="512064"/>
            <a:chOff x="0" y="0"/>
            <a:chExt cx="5486400" cy="682752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5486400" cy="682752"/>
            </a:xfrm>
            <a:custGeom>
              <a:avLst/>
              <a:gdLst/>
              <a:ahLst/>
              <a:cxnLst/>
              <a:rect r="r" b="b" t="t" l="l"/>
              <a:pathLst>
                <a:path h="68275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14008608" y="6894576"/>
            <a:ext cx="3931920" cy="438912"/>
            <a:chOff x="0" y="0"/>
            <a:chExt cx="5242560" cy="585216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5242560" cy="585216"/>
            </a:xfrm>
            <a:custGeom>
              <a:avLst/>
              <a:gdLst/>
              <a:ahLst/>
              <a:cxnLst/>
              <a:rect r="r" b="b" t="t" l="l"/>
              <a:pathLst>
                <a:path h="585216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553" r="0" b="-124553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38100"/>
              <a:ext cx="52425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Shift + AuditLog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14218291" y="6288182"/>
            <a:ext cx="3840480" cy="3657600"/>
            <a:chOff x="0" y="0"/>
            <a:chExt cx="5120640" cy="487680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5120640" cy="4876800"/>
            </a:xfrm>
            <a:custGeom>
              <a:avLst/>
              <a:gdLst/>
              <a:ahLst/>
              <a:cxnLst/>
              <a:rect r="r" b="b" t="t" l="l"/>
              <a:pathLst>
                <a:path h="48768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2193" t="0" r="-72193" b="0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38100"/>
              <a:ext cx="5120640" cy="491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Shift: user,branch,date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startTime,endTime,status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AuditLog: action,entity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entityType,details,ts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4284983" y="2730503"/>
            <a:ext cx="391163" cy="25403"/>
            <a:chOff x="0" y="0"/>
            <a:chExt cx="521551" cy="33871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16891" y="0"/>
              <a:ext cx="487680" cy="33909"/>
            </a:xfrm>
            <a:custGeom>
              <a:avLst/>
              <a:gdLst/>
              <a:ahLst/>
              <a:cxnLst/>
              <a:rect r="r" b="b" t="t" l="l"/>
              <a:pathLst>
                <a:path h="33909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F85149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8948423" y="2730503"/>
            <a:ext cx="391163" cy="25403"/>
            <a:chOff x="0" y="0"/>
            <a:chExt cx="521551" cy="33871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16891" y="0"/>
              <a:ext cx="487680" cy="33909"/>
            </a:xfrm>
            <a:custGeom>
              <a:avLst/>
              <a:gdLst/>
              <a:ahLst/>
              <a:cxnLst/>
              <a:rect r="r" b="b" t="t" l="l"/>
              <a:pathLst>
                <a:path h="33909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F85149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6845303" y="3919223"/>
            <a:ext cx="25403" cy="391163"/>
            <a:chOff x="0" y="0"/>
            <a:chExt cx="33871" cy="521551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16891"/>
              <a:ext cx="33909" cy="487680"/>
            </a:xfrm>
            <a:custGeom>
              <a:avLst/>
              <a:gdLst/>
              <a:ahLst/>
              <a:cxnLst/>
              <a:rect r="r" b="b" t="t" l="l"/>
              <a:pathLst>
                <a:path h="487680" w="33909">
                  <a:moveTo>
                    <a:pt x="33909" y="0"/>
                  </a:moveTo>
                  <a:lnTo>
                    <a:pt x="33909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5149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6845303" y="5565143"/>
            <a:ext cx="2494283" cy="25403"/>
            <a:chOff x="0" y="0"/>
            <a:chExt cx="3325711" cy="33871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16891" y="0"/>
              <a:ext cx="3291840" cy="33909"/>
            </a:xfrm>
            <a:custGeom>
              <a:avLst/>
              <a:gdLst/>
              <a:ahLst/>
              <a:cxnLst/>
              <a:rect r="r" b="b" t="t" l="l"/>
              <a:pathLst>
                <a:path h="33909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39D353"/>
            </a:solid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46304" cy="1316736"/>
            <a:chOff x="0" y="0"/>
            <a:chExt cx="195072" cy="17556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072" cy="1755648"/>
            </a:xfrm>
            <a:custGeom>
              <a:avLst/>
              <a:gdLst/>
              <a:ahLst/>
              <a:cxnLst/>
              <a:rect r="r" b="b" t="t" l="l"/>
              <a:pathLst>
                <a:path h="175564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65760" y="109728"/>
            <a:ext cx="12801600" cy="822960"/>
            <a:chOff x="0" y="0"/>
            <a:chExt cx="1706880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70688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58A6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— Frontend Page Map (React Web)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65760" y="877824"/>
            <a:ext cx="16459200" cy="402336"/>
            <a:chOff x="0" y="0"/>
            <a:chExt cx="21945600" cy="5364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7115" r="0" b="-74711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945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routes, nesting structure, and role guards — /fooderp/* with PrivateRoute wrapper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400800" y="1554480"/>
            <a:ext cx="5486400" cy="731520"/>
            <a:chOff x="0" y="0"/>
            <a:chExt cx="7315200" cy="975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00" cy="975360"/>
            </a:xfrm>
            <a:custGeom>
              <a:avLst/>
              <a:gdLst/>
              <a:ahLst/>
              <a:cxnLst/>
              <a:rect r="r" b="b" t="t" l="l"/>
              <a:pathLst>
                <a:path h="975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400800" y="1591056"/>
            <a:ext cx="5486400" cy="658368"/>
            <a:chOff x="0" y="0"/>
            <a:chExt cx="7315200" cy="87782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15200" cy="877824"/>
            </a:xfrm>
            <a:custGeom>
              <a:avLst/>
              <a:gdLst/>
              <a:ahLst/>
              <a:cxnLst/>
              <a:rect r="r" b="b" t="t" l="l"/>
              <a:pathLst>
                <a:path h="87782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3152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 App Root (Redux Provider)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31303" y="2273303"/>
            <a:ext cx="25403" cy="391163"/>
            <a:chOff x="0" y="0"/>
            <a:chExt cx="33871" cy="52155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16891"/>
              <a:ext cx="33909" cy="487680"/>
            </a:xfrm>
            <a:custGeom>
              <a:avLst/>
              <a:gdLst/>
              <a:ahLst/>
              <a:cxnLst/>
              <a:rect r="r" b="b" t="t" l="l"/>
              <a:pathLst>
                <a:path h="487680" w="33909">
                  <a:moveTo>
                    <a:pt x="33909" y="0"/>
                  </a:moveTo>
                  <a:lnTo>
                    <a:pt x="33909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730503" y="2639063"/>
            <a:ext cx="12827003" cy="25403"/>
            <a:chOff x="0" y="0"/>
            <a:chExt cx="17102671" cy="338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0"/>
              <a:ext cx="17068799" cy="33909"/>
            </a:xfrm>
            <a:custGeom>
              <a:avLst/>
              <a:gdLst/>
              <a:ahLst/>
              <a:cxnLst/>
              <a:rect r="r" b="b" t="t" l="l"/>
              <a:pathLst>
                <a:path h="33909" w="17068799">
                  <a:moveTo>
                    <a:pt x="0" y="0"/>
                  </a:moveTo>
                  <a:lnTo>
                    <a:pt x="17068799" y="0"/>
                  </a:lnTo>
                  <a:lnTo>
                    <a:pt x="170687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730503" y="2639063"/>
            <a:ext cx="25403" cy="391163"/>
            <a:chOff x="0" y="0"/>
            <a:chExt cx="33871" cy="5215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16891"/>
              <a:ext cx="33909" cy="487680"/>
            </a:xfrm>
            <a:custGeom>
              <a:avLst/>
              <a:gdLst/>
              <a:ahLst/>
              <a:cxnLst/>
              <a:rect r="r" b="b" t="t" l="l"/>
              <a:pathLst>
                <a:path h="487680" w="33909">
                  <a:moveTo>
                    <a:pt x="33909" y="0"/>
                  </a:moveTo>
                  <a:lnTo>
                    <a:pt x="33909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131303" y="2639063"/>
            <a:ext cx="25403" cy="391163"/>
            <a:chOff x="0" y="0"/>
            <a:chExt cx="33871" cy="52155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16891"/>
              <a:ext cx="33909" cy="487680"/>
            </a:xfrm>
            <a:custGeom>
              <a:avLst/>
              <a:gdLst/>
              <a:ahLst/>
              <a:cxnLst/>
              <a:rect r="r" b="b" t="t" l="l"/>
              <a:pathLst>
                <a:path h="487680" w="33909">
                  <a:moveTo>
                    <a:pt x="33909" y="0"/>
                  </a:moveTo>
                  <a:lnTo>
                    <a:pt x="33909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5532103" y="2639063"/>
            <a:ext cx="25403" cy="391163"/>
            <a:chOff x="0" y="0"/>
            <a:chExt cx="33871" cy="52155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16891"/>
              <a:ext cx="33909" cy="487680"/>
            </a:xfrm>
            <a:custGeom>
              <a:avLst/>
              <a:gdLst/>
              <a:ahLst/>
              <a:cxnLst/>
              <a:rect r="r" b="b" t="t" l="l"/>
              <a:pathLst>
                <a:path h="487680" w="33909">
                  <a:moveTo>
                    <a:pt x="33909" y="0"/>
                  </a:moveTo>
                  <a:lnTo>
                    <a:pt x="33909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84583" y="3004823"/>
            <a:ext cx="3317243" cy="683771"/>
            <a:chOff x="0" y="0"/>
            <a:chExt cx="4422991" cy="91169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4389120" cy="877824"/>
            </a:xfrm>
            <a:custGeom>
              <a:avLst/>
              <a:gdLst/>
              <a:ahLst/>
              <a:cxnLst/>
              <a:rect r="r" b="b" t="t" l="l"/>
              <a:pathLst>
                <a:path h="877824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422902" cy="911608"/>
            </a:xfrm>
            <a:custGeom>
              <a:avLst/>
              <a:gdLst/>
              <a:ahLst/>
              <a:cxnLst/>
              <a:rect r="r" b="b" t="t" l="l"/>
              <a:pathLst>
                <a:path h="911608" w="4422902">
                  <a:moveTo>
                    <a:pt x="16891" y="0"/>
                  </a:moveTo>
                  <a:lnTo>
                    <a:pt x="4406011" y="0"/>
                  </a:lnTo>
                  <a:cubicBezTo>
                    <a:pt x="4415409" y="0"/>
                    <a:pt x="4422902" y="7620"/>
                    <a:pt x="4422902" y="16891"/>
                  </a:cubicBezTo>
                  <a:lnTo>
                    <a:pt x="4422902" y="894715"/>
                  </a:lnTo>
                  <a:cubicBezTo>
                    <a:pt x="4422902" y="904113"/>
                    <a:pt x="4415282" y="911606"/>
                    <a:pt x="440601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4406011" y="877824"/>
                  </a:lnTo>
                  <a:lnTo>
                    <a:pt x="4406011" y="894715"/>
                  </a:lnTo>
                  <a:lnTo>
                    <a:pt x="4389120" y="894715"/>
                  </a:lnTo>
                  <a:lnTo>
                    <a:pt x="4389120" y="16891"/>
                  </a:lnTo>
                  <a:lnTo>
                    <a:pt x="4406011" y="16891"/>
                  </a:lnTo>
                  <a:lnTo>
                    <a:pt x="4406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97280" y="3054096"/>
            <a:ext cx="3291840" cy="585216"/>
            <a:chOff x="0" y="0"/>
            <a:chExt cx="4389120" cy="78028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389120" cy="780288"/>
            </a:xfrm>
            <a:custGeom>
              <a:avLst/>
              <a:gdLst/>
              <a:ahLst/>
              <a:cxnLst/>
              <a:rect r="r" b="b" t="t" l="l"/>
              <a:pathLst>
                <a:path h="78028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43891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FB9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/login (public)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381750" y="2998470"/>
            <a:ext cx="5524500" cy="696468"/>
            <a:chOff x="0" y="0"/>
            <a:chExt cx="7366000" cy="92862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25400" y="25400"/>
              <a:ext cx="7315200" cy="877824"/>
            </a:xfrm>
            <a:custGeom>
              <a:avLst/>
              <a:gdLst/>
              <a:ahLst/>
              <a:cxnLst/>
              <a:rect r="r" b="b" t="t" l="l"/>
              <a:pathLst>
                <a:path h="87782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66000" cy="928624"/>
            </a:xfrm>
            <a:custGeom>
              <a:avLst/>
              <a:gdLst/>
              <a:ahLst/>
              <a:cxnLst/>
              <a:rect r="r" b="b" t="t" l="l"/>
              <a:pathLst>
                <a:path h="928624" w="7366000">
                  <a:moveTo>
                    <a:pt x="25400" y="0"/>
                  </a:moveTo>
                  <a:lnTo>
                    <a:pt x="7340600" y="0"/>
                  </a:lnTo>
                  <a:cubicBezTo>
                    <a:pt x="7354570" y="0"/>
                    <a:pt x="7366000" y="11430"/>
                    <a:pt x="7366000" y="25400"/>
                  </a:cubicBezTo>
                  <a:lnTo>
                    <a:pt x="7366000" y="903224"/>
                  </a:lnTo>
                  <a:cubicBezTo>
                    <a:pt x="7366000" y="917194"/>
                    <a:pt x="7354570" y="928624"/>
                    <a:pt x="7340600" y="928624"/>
                  </a:cubicBezTo>
                  <a:lnTo>
                    <a:pt x="25400" y="928624"/>
                  </a:lnTo>
                  <a:cubicBezTo>
                    <a:pt x="11430" y="928624"/>
                    <a:pt x="0" y="917194"/>
                    <a:pt x="0" y="903224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903224"/>
                  </a:lnTo>
                  <a:lnTo>
                    <a:pt x="25400" y="903224"/>
                  </a:lnTo>
                  <a:lnTo>
                    <a:pt x="25400" y="877824"/>
                  </a:lnTo>
                  <a:lnTo>
                    <a:pt x="7340600" y="877824"/>
                  </a:lnTo>
                  <a:lnTo>
                    <a:pt x="7340600" y="903224"/>
                  </a:lnTo>
                  <a:lnTo>
                    <a:pt x="7315200" y="903224"/>
                  </a:lnTo>
                  <a:lnTo>
                    <a:pt x="7315200" y="25400"/>
                  </a:lnTo>
                  <a:lnTo>
                    <a:pt x="7340600" y="25400"/>
                  </a:lnTo>
                  <a:lnTo>
                    <a:pt x="73406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400800" y="3054096"/>
            <a:ext cx="5486400" cy="585216"/>
            <a:chOff x="0" y="0"/>
            <a:chExt cx="7315200" cy="7802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15200" cy="780288"/>
            </a:xfrm>
            <a:custGeom>
              <a:avLst/>
              <a:gdLst/>
              <a:ahLst/>
              <a:cxnLst/>
              <a:rect r="r" b="b" t="t" l="l"/>
              <a:pathLst>
                <a:path h="78028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672" r="0" b="-13267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73152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58A6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/fooderp (PrivateRoute + Layout)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131303" y="3663191"/>
            <a:ext cx="25403" cy="482603"/>
            <a:chOff x="0" y="0"/>
            <a:chExt cx="33871" cy="64347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16891"/>
              <a:ext cx="33909" cy="609600"/>
            </a:xfrm>
            <a:custGeom>
              <a:avLst/>
              <a:gdLst/>
              <a:ahLst/>
              <a:cxnLst/>
              <a:rect r="r" b="b" t="t" l="l"/>
              <a:pathLst>
                <a:path h="609600" w="33909">
                  <a:moveTo>
                    <a:pt x="33909" y="0"/>
                  </a:moveTo>
                  <a:lnTo>
                    <a:pt x="33909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01703" y="4120391"/>
            <a:ext cx="16484603" cy="25403"/>
            <a:chOff x="0" y="0"/>
            <a:chExt cx="21979471" cy="3387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6891" y="0"/>
              <a:ext cx="21945599" cy="33909"/>
            </a:xfrm>
            <a:custGeom>
              <a:avLst/>
              <a:gdLst/>
              <a:ahLst/>
              <a:cxnLst/>
              <a:rect r="r" b="b" t="t" l="l"/>
              <a:pathLst>
                <a:path h="33909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76023" y="4120391"/>
            <a:ext cx="25403" cy="391163"/>
            <a:chOff x="0" y="0"/>
            <a:chExt cx="33871" cy="52155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16891"/>
              <a:ext cx="33909" cy="487680"/>
            </a:xfrm>
            <a:custGeom>
              <a:avLst/>
              <a:gdLst/>
              <a:ahLst/>
              <a:cxnLst/>
              <a:rect r="r" b="b" t="t" l="l"/>
              <a:pathLst>
                <a:path h="487680" w="33909">
                  <a:moveTo>
                    <a:pt x="33909" y="0"/>
                  </a:moveTo>
                  <a:lnTo>
                    <a:pt x="33909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261623" y="4486151"/>
            <a:ext cx="1945643" cy="720347"/>
            <a:chOff x="0" y="0"/>
            <a:chExt cx="2594191" cy="96046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2560320" cy="926592"/>
            </a:xfrm>
            <a:custGeom>
              <a:avLst/>
              <a:gdLst/>
              <a:ahLst/>
              <a:cxnLst/>
              <a:rect r="r" b="b" t="t" l="l"/>
              <a:pathLst>
                <a:path h="92659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594102" cy="960376"/>
            </a:xfrm>
            <a:custGeom>
              <a:avLst/>
              <a:gdLst/>
              <a:ahLst/>
              <a:cxnLst/>
              <a:rect r="r" b="b" t="t" l="l"/>
              <a:pathLst>
                <a:path h="960376" w="2594102">
                  <a:moveTo>
                    <a:pt x="16891" y="0"/>
                  </a:moveTo>
                  <a:lnTo>
                    <a:pt x="2577211" y="0"/>
                  </a:lnTo>
                  <a:cubicBezTo>
                    <a:pt x="2586609" y="0"/>
                    <a:pt x="2594102" y="7620"/>
                    <a:pt x="2594102" y="16891"/>
                  </a:cubicBezTo>
                  <a:lnTo>
                    <a:pt x="2594102" y="943483"/>
                  </a:lnTo>
                  <a:cubicBezTo>
                    <a:pt x="2594102" y="952881"/>
                    <a:pt x="2586482" y="960374"/>
                    <a:pt x="257721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577211" y="926592"/>
                  </a:lnTo>
                  <a:lnTo>
                    <a:pt x="2577211" y="943483"/>
                  </a:lnTo>
                  <a:lnTo>
                    <a:pt x="2560320" y="943483"/>
                  </a:lnTo>
                  <a:lnTo>
                    <a:pt x="2560320" y="16891"/>
                  </a:lnTo>
                  <a:lnTo>
                    <a:pt x="2577211" y="16891"/>
                  </a:lnTo>
                  <a:lnTo>
                    <a:pt x="2577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347472" y="4535424"/>
            <a:ext cx="1773936" cy="457200"/>
            <a:chOff x="0" y="0"/>
            <a:chExt cx="2365248" cy="6096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365248" cy="609600"/>
            </a:xfrm>
            <a:custGeom>
              <a:avLst/>
              <a:gdLst/>
              <a:ahLst/>
              <a:cxnLst/>
              <a:rect r="r" b="b" t="t" l="l"/>
              <a:pathLst>
                <a:path h="609600" w="2365248">
                  <a:moveTo>
                    <a:pt x="0" y="0"/>
                  </a:moveTo>
                  <a:lnTo>
                    <a:pt x="2365248" y="0"/>
                  </a:lnTo>
                  <a:lnTo>
                    <a:pt x="2365248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01" r="0" b="-2560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365248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3279143" y="4120391"/>
            <a:ext cx="25403" cy="391163"/>
            <a:chOff x="0" y="0"/>
            <a:chExt cx="33871" cy="52155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16891"/>
              <a:ext cx="33909" cy="487680"/>
            </a:xfrm>
            <a:custGeom>
              <a:avLst/>
              <a:gdLst/>
              <a:ahLst/>
              <a:cxnLst/>
              <a:rect r="r" b="b" t="t" l="l"/>
              <a:pathLst>
                <a:path h="487680" w="33909">
                  <a:moveTo>
                    <a:pt x="33909" y="0"/>
                  </a:moveTo>
                  <a:lnTo>
                    <a:pt x="33909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2364743" y="4486151"/>
            <a:ext cx="1945643" cy="1031243"/>
            <a:chOff x="0" y="0"/>
            <a:chExt cx="2594191" cy="137499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25603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5941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2594102">
                  <a:moveTo>
                    <a:pt x="16891" y="0"/>
                  </a:moveTo>
                  <a:lnTo>
                    <a:pt x="2577211" y="0"/>
                  </a:lnTo>
                  <a:cubicBezTo>
                    <a:pt x="2586609" y="0"/>
                    <a:pt x="2594102" y="7620"/>
                    <a:pt x="2594102" y="16891"/>
                  </a:cubicBezTo>
                  <a:lnTo>
                    <a:pt x="2594102" y="1358011"/>
                  </a:lnTo>
                  <a:cubicBezTo>
                    <a:pt x="2594102" y="1367409"/>
                    <a:pt x="2586482" y="1374902"/>
                    <a:pt x="257721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577211" y="1341120"/>
                  </a:lnTo>
                  <a:lnTo>
                    <a:pt x="2577211" y="1358011"/>
                  </a:lnTo>
                  <a:lnTo>
                    <a:pt x="2560320" y="1358011"/>
                  </a:lnTo>
                  <a:lnTo>
                    <a:pt x="2560320" y="16891"/>
                  </a:lnTo>
                  <a:lnTo>
                    <a:pt x="2577211" y="16891"/>
                  </a:lnTo>
                  <a:lnTo>
                    <a:pt x="2577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2450592" y="4535424"/>
            <a:ext cx="1773936" cy="457200"/>
            <a:chOff x="0" y="0"/>
            <a:chExt cx="2365248" cy="6096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365248" cy="609600"/>
            </a:xfrm>
            <a:custGeom>
              <a:avLst/>
              <a:gdLst/>
              <a:ahLst/>
              <a:cxnLst/>
              <a:rect r="r" b="b" t="t" l="l"/>
              <a:pathLst>
                <a:path h="609600" w="2365248">
                  <a:moveTo>
                    <a:pt x="0" y="0"/>
                  </a:moveTo>
                  <a:lnTo>
                    <a:pt x="2365248" y="0"/>
                  </a:lnTo>
                  <a:lnTo>
                    <a:pt x="2365248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01" r="0" b="-2560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2365248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analytics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2450592" y="4974336"/>
            <a:ext cx="1773936" cy="365760"/>
            <a:chOff x="0" y="0"/>
            <a:chExt cx="2365248" cy="4876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365248" cy="487680"/>
            </a:xfrm>
            <a:custGeom>
              <a:avLst/>
              <a:gdLst/>
              <a:ahLst/>
              <a:cxnLst/>
              <a:rect r="r" b="b" t="t" l="l"/>
              <a:pathLst>
                <a:path h="487680" w="2365248">
                  <a:moveTo>
                    <a:pt x="0" y="0"/>
                  </a:moveTo>
                  <a:lnTo>
                    <a:pt x="2365248" y="0"/>
                  </a:lnTo>
                  <a:lnTo>
                    <a:pt x="236524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502" r="0" b="-44502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2365248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D299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🔒 ADMIN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5382263" y="4120391"/>
            <a:ext cx="25403" cy="391163"/>
            <a:chOff x="0" y="0"/>
            <a:chExt cx="33871" cy="52155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16891"/>
              <a:ext cx="33909" cy="487680"/>
            </a:xfrm>
            <a:custGeom>
              <a:avLst/>
              <a:gdLst/>
              <a:ahLst/>
              <a:cxnLst/>
              <a:rect r="r" b="b" t="t" l="l"/>
              <a:pathLst>
                <a:path h="487680" w="33909">
                  <a:moveTo>
                    <a:pt x="33909" y="0"/>
                  </a:moveTo>
                  <a:lnTo>
                    <a:pt x="33909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4467863" y="4486151"/>
            <a:ext cx="1945643" cy="720347"/>
            <a:chOff x="0" y="0"/>
            <a:chExt cx="2594191" cy="96046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2560320" cy="926592"/>
            </a:xfrm>
            <a:custGeom>
              <a:avLst/>
              <a:gdLst/>
              <a:ahLst/>
              <a:cxnLst/>
              <a:rect r="r" b="b" t="t" l="l"/>
              <a:pathLst>
                <a:path h="92659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594102" cy="960376"/>
            </a:xfrm>
            <a:custGeom>
              <a:avLst/>
              <a:gdLst/>
              <a:ahLst/>
              <a:cxnLst/>
              <a:rect r="r" b="b" t="t" l="l"/>
              <a:pathLst>
                <a:path h="960376" w="2594102">
                  <a:moveTo>
                    <a:pt x="16891" y="0"/>
                  </a:moveTo>
                  <a:lnTo>
                    <a:pt x="2577211" y="0"/>
                  </a:lnTo>
                  <a:cubicBezTo>
                    <a:pt x="2586609" y="0"/>
                    <a:pt x="2594102" y="7620"/>
                    <a:pt x="2594102" y="16891"/>
                  </a:cubicBezTo>
                  <a:lnTo>
                    <a:pt x="2594102" y="943483"/>
                  </a:lnTo>
                  <a:cubicBezTo>
                    <a:pt x="2594102" y="952881"/>
                    <a:pt x="2586482" y="960374"/>
                    <a:pt x="257721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577211" y="926592"/>
                  </a:lnTo>
                  <a:lnTo>
                    <a:pt x="2577211" y="943483"/>
                  </a:lnTo>
                  <a:lnTo>
                    <a:pt x="2560320" y="943483"/>
                  </a:lnTo>
                  <a:lnTo>
                    <a:pt x="2560320" y="16891"/>
                  </a:lnTo>
                  <a:lnTo>
                    <a:pt x="2577211" y="16891"/>
                  </a:lnTo>
                  <a:lnTo>
                    <a:pt x="2577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9D353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4553712" y="4535424"/>
            <a:ext cx="1773936" cy="457200"/>
            <a:chOff x="0" y="0"/>
            <a:chExt cx="2365248" cy="6096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365248" cy="609600"/>
            </a:xfrm>
            <a:custGeom>
              <a:avLst/>
              <a:gdLst/>
              <a:ahLst/>
              <a:cxnLst/>
              <a:rect r="r" b="b" t="t" l="l"/>
              <a:pathLst>
                <a:path h="609600" w="2365248">
                  <a:moveTo>
                    <a:pt x="0" y="0"/>
                  </a:moveTo>
                  <a:lnTo>
                    <a:pt x="2365248" y="0"/>
                  </a:lnTo>
                  <a:lnTo>
                    <a:pt x="2365248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01" r="0" b="-2560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2365248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inventory/*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7485383" y="4120391"/>
            <a:ext cx="25403" cy="391163"/>
            <a:chOff x="0" y="0"/>
            <a:chExt cx="33871" cy="52155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16891"/>
              <a:ext cx="33909" cy="487680"/>
            </a:xfrm>
            <a:custGeom>
              <a:avLst/>
              <a:gdLst/>
              <a:ahLst/>
              <a:cxnLst/>
              <a:rect r="r" b="b" t="t" l="l"/>
              <a:pathLst>
                <a:path h="487680" w="33909">
                  <a:moveTo>
                    <a:pt x="33909" y="0"/>
                  </a:moveTo>
                  <a:lnTo>
                    <a:pt x="33909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6570983" y="4486151"/>
            <a:ext cx="1945643" cy="720347"/>
            <a:chOff x="0" y="0"/>
            <a:chExt cx="2594191" cy="960463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6891" y="16891"/>
              <a:ext cx="2560320" cy="926592"/>
            </a:xfrm>
            <a:custGeom>
              <a:avLst/>
              <a:gdLst/>
              <a:ahLst/>
              <a:cxnLst/>
              <a:rect r="r" b="b" t="t" l="l"/>
              <a:pathLst>
                <a:path h="92659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594102" cy="960376"/>
            </a:xfrm>
            <a:custGeom>
              <a:avLst/>
              <a:gdLst/>
              <a:ahLst/>
              <a:cxnLst/>
              <a:rect r="r" b="b" t="t" l="l"/>
              <a:pathLst>
                <a:path h="960376" w="2594102">
                  <a:moveTo>
                    <a:pt x="16891" y="0"/>
                  </a:moveTo>
                  <a:lnTo>
                    <a:pt x="2577211" y="0"/>
                  </a:lnTo>
                  <a:cubicBezTo>
                    <a:pt x="2586609" y="0"/>
                    <a:pt x="2594102" y="7620"/>
                    <a:pt x="2594102" y="16891"/>
                  </a:cubicBezTo>
                  <a:lnTo>
                    <a:pt x="2594102" y="943483"/>
                  </a:lnTo>
                  <a:cubicBezTo>
                    <a:pt x="2594102" y="952881"/>
                    <a:pt x="2586482" y="960374"/>
                    <a:pt x="257721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577211" y="926592"/>
                  </a:lnTo>
                  <a:lnTo>
                    <a:pt x="2577211" y="943483"/>
                  </a:lnTo>
                  <a:lnTo>
                    <a:pt x="2560320" y="943483"/>
                  </a:lnTo>
                  <a:lnTo>
                    <a:pt x="2560320" y="16891"/>
                  </a:lnTo>
                  <a:lnTo>
                    <a:pt x="2577211" y="16891"/>
                  </a:lnTo>
                  <a:lnTo>
                    <a:pt x="2577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6656832" y="4535424"/>
            <a:ext cx="1773936" cy="457200"/>
            <a:chOff x="0" y="0"/>
            <a:chExt cx="2365248" cy="6096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365248" cy="609600"/>
            </a:xfrm>
            <a:custGeom>
              <a:avLst/>
              <a:gdLst/>
              <a:ahLst/>
              <a:cxnLst/>
              <a:rect r="r" b="b" t="t" l="l"/>
              <a:pathLst>
                <a:path h="609600" w="2365248">
                  <a:moveTo>
                    <a:pt x="0" y="0"/>
                  </a:moveTo>
                  <a:lnTo>
                    <a:pt x="2365248" y="0"/>
                  </a:lnTo>
                  <a:lnTo>
                    <a:pt x="2365248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01" r="0" b="-25601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2365248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recipes/*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588503" y="4120391"/>
            <a:ext cx="25403" cy="391163"/>
            <a:chOff x="0" y="0"/>
            <a:chExt cx="33871" cy="52155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16891"/>
              <a:ext cx="33909" cy="487680"/>
            </a:xfrm>
            <a:custGeom>
              <a:avLst/>
              <a:gdLst/>
              <a:ahLst/>
              <a:cxnLst/>
              <a:rect r="r" b="b" t="t" l="l"/>
              <a:pathLst>
                <a:path h="487680" w="33909">
                  <a:moveTo>
                    <a:pt x="33909" y="0"/>
                  </a:moveTo>
                  <a:lnTo>
                    <a:pt x="33909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8674103" y="4486151"/>
            <a:ext cx="1945643" cy="720347"/>
            <a:chOff x="0" y="0"/>
            <a:chExt cx="2594191" cy="960463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16891" y="16891"/>
              <a:ext cx="2560320" cy="926592"/>
            </a:xfrm>
            <a:custGeom>
              <a:avLst/>
              <a:gdLst/>
              <a:ahLst/>
              <a:cxnLst/>
              <a:rect r="r" b="b" t="t" l="l"/>
              <a:pathLst>
                <a:path h="92659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594102" cy="960376"/>
            </a:xfrm>
            <a:custGeom>
              <a:avLst/>
              <a:gdLst/>
              <a:ahLst/>
              <a:cxnLst/>
              <a:rect r="r" b="b" t="t" l="l"/>
              <a:pathLst>
                <a:path h="960376" w="2594102">
                  <a:moveTo>
                    <a:pt x="16891" y="0"/>
                  </a:moveTo>
                  <a:lnTo>
                    <a:pt x="2577211" y="0"/>
                  </a:lnTo>
                  <a:cubicBezTo>
                    <a:pt x="2586609" y="0"/>
                    <a:pt x="2594102" y="7620"/>
                    <a:pt x="2594102" y="16891"/>
                  </a:cubicBezTo>
                  <a:lnTo>
                    <a:pt x="2594102" y="943483"/>
                  </a:lnTo>
                  <a:cubicBezTo>
                    <a:pt x="2594102" y="952881"/>
                    <a:pt x="2586482" y="960374"/>
                    <a:pt x="257721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577211" y="926592"/>
                  </a:lnTo>
                  <a:lnTo>
                    <a:pt x="2577211" y="943483"/>
                  </a:lnTo>
                  <a:lnTo>
                    <a:pt x="2560320" y="943483"/>
                  </a:lnTo>
                  <a:lnTo>
                    <a:pt x="2560320" y="16891"/>
                  </a:lnTo>
                  <a:lnTo>
                    <a:pt x="2577211" y="16891"/>
                  </a:lnTo>
                  <a:lnTo>
                    <a:pt x="2577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8759952" y="4535424"/>
            <a:ext cx="1773936" cy="457200"/>
            <a:chOff x="0" y="0"/>
            <a:chExt cx="2365248" cy="6096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365248" cy="609600"/>
            </a:xfrm>
            <a:custGeom>
              <a:avLst/>
              <a:gdLst/>
              <a:ahLst/>
              <a:cxnLst/>
              <a:rect r="r" b="b" t="t" l="l"/>
              <a:pathLst>
                <a:path h="609600" w="2365248">
                  <a:moveTo>
                    <a:pt x="0" y="0"/>
                  </a:moveTo>
                  <a:lnTo>
                    <a:pt x="2365248" y="0"/>
                  </a:lnTo>
                  <a:lnTo>
                    <a:pt x="2365248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01" r="0" b="-25601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2365248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menu/*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1691623" y="4120391"/>
            <a:ext cx="25403" cy="391163"/>
            <a:chOff x="0" y="0"/>
            <a:chExt cx="33871" cy="521551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16891"/>
              <a:ext cx="33909" cy="487680"/>
            </a:xfrm>
            <a:custGeom>
              <a:avLst/>
              <a:gdLst/>
              <a:ahLst/>
              <a:cxnLst/>
              <a:rect r="r" b="b" t="t" l="l"/>
              <a:pathLst>
                <a:path h="487680" w="33909">
                  <a:moveTo>
                    <a:pt x="33909" y="0"/>
                  </a:moveTo>
                  <a:lnTo>
                    <a:pt x="33909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0777223" y="4486151"/>
            <a:ext cx="1945643" cy="720347"/>
            <a:chOff x="0" y="0"/>
            <a:chExt cx="2594191" cy="960463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2560320" cy="926592"/>
            </a:xfrm>
            <a:custGeom>
              <a:avLst/>
              <a:gdLst/>
              <a:ahLst/>
              <a:cxnLst/>
              <a:rect r="r" b="b" t="t" l="l"/>
              <a:pathLst>
                <a:path h="92659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594102" cy="960376"/>
            </a:xfrm>
            <a:custGeom>
              <a:avLst/>
              <a:gdLst/>
              <a:ahLst/>
              <a:cxnLst/>
              <a:rect r="r" b="b" t="t" l="l"/>
              <a:pathLst>
                <a:path h="960376" w="2594102">
                  <a:moveTo>
                    <a:pt x="16891" y="0"/>
                  </a:moveTo>
                  <a:lnTo>
                    <a:pt x="2577211" y="0"/>
                  </a:lnTo>
                  <a:cubicBezTo>
                    <a:pt x="2586609" y="0"/>
                    <a:pt x="2594102" y="7620"/>
                    <a:pt x="2594102" y="16891"/>
                  </a:cubicBezTo>
                  <a:lnTo>
                    <a:pt x="2594102" y="943483"/>
                  </a:lnTo>
                  <a:cubicBezTo>
                    <a:pt x="2594102" y="952881"/>
                    <a:pt x="2586482" y="960374"/>
                    <a:pt x="257721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577211" y="926592"/>
                  </a:lnTo>
                  <a:lnTo>
                    <a:pt x="2577211" y="943483"/>
                  </a:lnTo>
                  <a:lnTo>
                    <a:pt x="2560320" y="943483"/>
                  </a:lnTo>
                  <a:lnTo>
                    <a:pt x="2560320" y="16891"/>
                  </a:lnTo>
                  <a:lnTo>
                    <a:pt x="2577211" y="16891"/>
                  </a:lnTo>
                  <a:lnTo>
                    <a:pt x="2577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0863072" y="4535424"/>
            <a:ext cx="1773936" cy="457200"/>
            <a:chOff x="0" y="0"/>
            <a:chExt cx="2365248" cy="6096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365248" cy="609600"/>
            </a:xfrm>
            <a:custGeom>
              <a:avLst/>
              <a:gdLst/>
              <a:ahLst/>
              <a:cxnLst/>
              <a:rect r="r" b="b" t="t" l="l"/>
              <a:pathLst>
                <a:path h="609600" w="2365248">
                  <a:moveTo>
                    <a:pt x="0" y="0"/>
                  </a:moveTo>
                  <a:lnTo>
                    <a:pt x="2365248" y="0"/>
                  </a:lnTo>
                  <a:lnTo>
                    <a:pt x="2365248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01" r="0" b="-25601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2365248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meal-planning/*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3794743" y="4120391"/>
            <a:ext cx="25403" cy="391163"/>
            <a:chOff x="0" y="0"/>
            <a:chExt cx="33871" cy="52155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16891"/>
              <a:ext cx="33909" cy="487680"/>
            </a:xfrm>
            <a:custGeom>
              <a:avLst/>
              <a:gdLst/>
              <a:ahLst/>
              <a:cxnLst/>
              <a:rect r="r" b="b" t="t" l="l"/>
              <a:pathLst>
                <a:path h="487680" w="33909">
                  <a:moveTo>
                    <a:pt x="33909" y="0"/>
                  </a:moveTo>
                  <a:lnTo>
                    <a:pt x="33909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2880343" y="4486151"/>
            <a:ext cx="1945643" cy="720347"/>
            <a:chOff x="0" y="0"/>
            <a:chExt cx="2594191" cy="960463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16891" y="16891"/>
              <a:ext cx="2560320" cy="926592"/>
            </a:xfrm>
            <a:custGeom>
              <a:avLst/>
              <a:gdLst/>
              <a:ahLst/>
              <a:cxnLst/>
              <a:rect r="r" b="b" t="t" l="l"/>
              <a:pathLst>
                <a:path h="92659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594102" cy="960376"/>
            </a:xfrm>
            <a:custGeom>
              <a:avLst/>
              <a:gdLst/>
              <a:ahLst/>
              <a:cxnLst/>
              <a:rect r="r" b="b" t="t" l="l"/>
              <a:pathLst>
                <a:path h="960376" w="2594102">
                  <a:moveTo>
                    <a:pt x="16891" y="0"/>
                  </a:moveTo>
                  <a:lnTo>
                    <a:pt x="2577211" y="0"/>
                  </a:lnTo>
                  <a:cubicBezTo>
                    <a:pt x="2586609" y="0"/>
                    <a:pt x="2594102" y="7620"/>
                    <a:pt x="2594102" y="16891"/>
                  </a:cubicBezTo>
                  <a:lnTo>
                    <a:pt x="2594102" y="943483"/>
                  </a:lnTo>
                  <a:cubicBezTo>
                    <a:pt x="2594102" y="952881"/>
                    <a:pt x="2586482" y="960374"/>
                    <a:pt x="257721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577211" y="926592"/>
                  </a:lnTo>
                  <a:lnTo>
                    <a:pt x="2577211" y="943483"/>
                  </a:lnTo>
                  <a:lnTo>
                    <a:pt x="2560320" y="943483"/>
                  </a:lnTo>
                  <a:lnTo>
                    <a:pt x="2560320" y="16891"/>
                  </a:lnTo>
                  <a:lnTo>
                    <a:pt x="2577211" y="16891"/>
                  </a:lnTo>
                  <a:lnTo>
                    <a:pt x="2577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85149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2966192" y="4535424"/>
            <a:ext cx="1773936" cy="457200"/>
            <a:chOff x="0" y="0"/>
            <a:chExt cx="2365248" cy="6096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365248" cy="609600"/>
            </a:xfrm>
            <a:custGeom>
              <a:avLst/>
              <a:gdLst/>
              <a:ahLst/>
              <a:cxnLst/>
              <a:rect r="r" b="b" t="t" l="l"/>
              <a:pathLst>
                <a:path h="609600" w="2365248">
                  <a:moveTo>
                    <a:pt x="0" y="0"/>
                  </a:moveTo>
                  <a:lnTo>
                    <a:pt x="2365248" y="0"/>
                  </a:lnTo>
                  <a:lnTo>
                    <a:pt x="2365248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01" r="0" b="-25601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2365248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procurement/*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5897863" y="4120391"/>
            <a:ext cx="25403" cy="391163"/>
            <a:chOff x="0" y="0"/>
            <a:chExt cx="33871" cy="521551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16891"/>
              <a:ext cx="33909" cy="487680"/>
            </a:xfrm>
            <a:custGeom>
              <a:avLst/>
              <a:gdLst/>
              <a:ahLst/>
              <a:cxnLst/>
              <a:rect r="r" b="b" t="t" l="l"/>
              <a:pathLst>
                <a:path h="487680" w="33909">
                  <a:moveTo>
                    <a:pt x="33909" y="0"/>
                  </a:moveTo>
                  <a:lnTo>
                    <a:pt x="33909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4983463" y="4486151"/>
            <a:ext cx="1945643" cy="720347"/>
            <a:chOff x="0" y="0"/>
            <a:chExt cx="2594191" cy="960463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16891" y="16891"/>
              <a:ext cx="2560320" cy="926592"/>
            </a:xfrm>
            <a:custGeom>
              <a:avLst/>
              <a:gdLst/>
              <a:ahLst/>
              <a:cxnLst/>
              <a:rect r="r" b="b" t="t" l="l"/>
              <a:pathLst>
                <a:path h="92659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594102" cy="960376"/>
            </a:xfrm>
            <a:custGeom>
              <a:avLst/>
              <a:gdLst/>
              <a:ahLst/>
              <a:cxnLst/>
              <a:rect r="r" b="b" t="t" l="l"/>
              <a:pathLst>
                <a:path h="960376" w="2594102">
                  <a:moveTo>
                    <a:pt x="16891" y="0"/>
                  </a:moveTo>
                  <a:lnTo>
                    <a:pt x="2577211" y="0"/>
                  </a:lnTo>
                  <a:cubicBezTo>
                    <a:pt x="2586609" y="0"/>
                    <a:pt x="2594102" y="7620"/>
                    <a:pt x="2594102" y="16891"/>
                  </a:cubicBezTo>
                  <a:lnTo>
                    <a:pt x="2594102" y="943483"/>
                  </a:lnTo>
                  <a:cubicBezTo>
                    <a:pt x="2594102" y="952881"/>
                    <a:pt x="2586482" y="960374"/>
                    <a:pt x="257721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577211" y="926592"/>
                  </a:lnTo>
                  <a:lnTo>
                    <a:pt x="2577211" y="943483"/>
                  </a:lnTo>
                  <a:lnTo>
                    <a:pt x="2560320" y="943483"/>
                  </a:lnTo>
                  <a:lnTo>
                    <a:pt x="2560320" y="16891"/>
                  </a:lnTo>
                  <a:lnTo>
                    <a:pt x="2577211" y="16891"/>
                  </a:lnTo>
                  <a:lnTo>
                    <a:pt x="2577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15069312" y="4535424"/>
            <a:ext cx="1773936" cy="457200"/>
            <a:chOff x="0" y="0"/>
            <a:chExt cx="2365248" cy="60960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365248" cy="609600"/>
            </a:xfrm>
            <a:custGeom>
              <a:avLst/>
              <a:gdLst/>
              <a:ahLst/>
              <a:cxnLst/>
              <a:rect r="r" b="b" t="t" l="l"/>
              <a:pathLst>
                <a:path h="609600" w="2365248">
                  <a:moveTo>
                    <a:pt x="0" y="0"/>
                  </a:moveTo>
                  <a:lnTo>
                    <a:pt x="2365248" y="0"/>
                  </a:lnTo>
                  <a:lnTo>
                    <a:pt x="2365248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01" r="0" b="-25601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2365248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sales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261623" y="6113783"/>
            <a:ext cx="1945643" cy="720347"/>
            <a:chOff x="0" y="0"/>
            <a:chExt cx="2594191" cy="960463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16891" y="16891"/>
              <a:ext cx="2560320" cy="926592"/>
            </a:xfrm>
            <a:custGeom>
              <a:avLst/>
              <a:gdLst/>
              <a:ahLst/>
              <a:cxnLst/>
              <a:rect r="r" b="b" t="t" l="l"/>
              <a:pathLst>
                <a:path h="92659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594102" cy="960376"/>
            </a:xfrm>
            <a:custGeom>
              <a:avLst/>
              <a:gdLst/>
              <a:ahLst/>
              <a:cxnLst/>
              <a:rect r="r" b="b" t="t" l="l"/>
              <a:pathLst>
                <a:path h="960376" w="2594102">
                  <a:moveTo>
                    <a:pt x="16891" y="0"/>
                  </a:moveTo>
                  <a:lnTo>
                    <a:pt x="2577211" y="0"/>
                  </a:lnTo>
                  <a:cubicBezTo>
                    <a:pt x="2586609" y="0"/>
                    <a:pt x="2594102" y="7620"/>
                    <a:pt x="2594102" y="16891"/>
                  </a:cubicBezTo>
                  <a:lnTo>
                    <a:pt x="2594102" y="943483"/>
                  </a:lnTo>
                  <a:cubicBezTo>
                    <a:pt x="2594102" y="952881"/>
                    <a:pt x="2586482" y="960374"/>
                    <a:pt x="257721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577211" y="926592"/>
                  </a:lnTo>
                  <a:lnTo>
                    <a:pt x="2577211" y="943483"/>
                  </a:lnTo>
                  <a:lnTo>
                    <a:pt x="2560320" y="943483"/>
                  </a:lnTo>
                  <a:lnTo>
                    <a:pt x="2560320" y="16891"/>
                  </a:lnTo>
                  <a:lnTo>
                    <a:pt x="2577211" y="16891"/>
                  </a:lnTo>
                  <a:lnTo>
                    <a:pt x="2577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347472" y="6163056"/>
            <a:ext cx="1773936" cy="457200"/>
            <a:chOff x="0" y="0"/>
            <a:chExt cx="2365248" cy="60960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365248" cy="609600"/>
            </a:xfrm>
            <a:custGeom>
              <a:avLst/>
              <a:gdLst/>
              <a:ahLst/>
              <a:cxnLst/>
              <a:rect r="r" b="b" t="t" l="l"/>
              <a:pathLst>
                <a:path h="609600" w="2365248">
                  <a:moveTo>
                    <a:pt x="0" y="0"/>
                  </a:moveTo>
                  <a:lnTo>
                    <a:pt x="2365248" y="0"/>
                  </a:lnTo>
                  <a:lnTo>
                    <a:pt x="2365248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01" r="0" b="-25601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2365248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customers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2364743" y="6113783"/>
            <a:ext cx="1945643" cy="1031243"/>
            <a:chOff x="0" y="0"/>
            <a:chExt cx="2594191" cy="1374991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16891" y="16891"/>
              <a:ext cx="25603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25941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2594102">
                  <a:moveTo>
                    <a:pt x="16891" y="0"/>
                  </a:moveTo>
                  <a:lnTo>
                    <a:pt x="2577211" y="0"/>
                  </a:lnTo>
                  <a:cubicBezTo>
                    <a:pt x="2586609" y="0"/>
                    <a:pt x="2594102" y="7620"/>
                    <a:pt x="2594102" y="16891"/>
                  </a:cubicBezTo>
                  <a:lnTo>
                    <a:pt x="2594102" y="1358011"/>
                  </a:lnTo>
                  <a:cubicBezTo>
                    <a:pt x="2594102" y="1367409"/>
                    <a:pt x="2586482" y="1374902"/>
                    <a:pt x="257721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577211" y="1341120"/>
                  </a:lnTo>
                  <a:lnTo>
                    <a:pt x="2577211" y="1358011"/>
                  </a:lnTo>
                  <a:lnTo>
                    <a:pt x="2560320" y="1358011"/>
                  </a:lnTo>
                  <a:lnTo>
                    <a:pt x="2560320" y="16891"/>
                  </a:lnTo>
                  <a:lnTo>
                    <a:pt x="2577211" y="16891"/>
                  </a:lnTo>
                  <a:lnTo>
                    <a:pt x="2577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2450592" y="6163056"/>
            <a:ext cx="1773936" cy="457200"/>
            <a:chOff x="0" y="0"/>
            <a:chExt cx="2365248" cy="60960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365248" cy="609600"/>
            </a:xfrm>
            <a:custGeom>
              <a:avLst/>
              <a:gdLst/>
              <a:ahLst/>
              <a:cxnLst/>
              <a:rect r="r" b="b" t="t" l="l"/>
              <a:pathLst>
                <a:path h="609600" w="2365248">
                  <a:moveTo>
                    <a:pt x="0" y="0"/>
                  </a:moveTo>
                  <a:lnTo>
                    <a:pt x="2365248" y="0"/>
                  </a:lnTo>
                  <a:lnTo>
                    <a:pt x="2365248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01" r="0" b="-25601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2365248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staff/shifts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2450592" y="6583680"/>
            <a:ext cx="1773936" cy="365760"/>
            <a:chOff x="0" y="0"/>
            <a:chExt cx="2365248" cy="48768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365248" cy="487680"/>
            </a:xfrm>
            <a:custGeom>
              <a:avLst/>
              <a:gdLst/>
              <a:ahLst/>
              <a:cxnLst/>
              <a:rect r="r" b="b" t="t" l="l"/>
              <a:pathLst>
                <a:path h="487680" w="2365248">
                  <a:moveTo>
                    <a:pt x="0" y="0"/>
                  </a:moveTo>
                  <a:lnTo>
                    <a:pt x="2365248" y="0"/>
                  </a:lnTo>
                  <a:lnTo>
                    <a:pt x="236524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502" r="0" b="-44502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2365248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D299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🔒 ADM/MGR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4467863" y="6113783"/>
            <a:ext cx="1945643" cy="1031243"/>
            <a:chOff x="0" y="0"/>
            <a:chExt cx="2594191" cy="1374991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16891" y="16891"/>
              <a:ext cx="25603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25941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2594102">
                  <a:moveTo>
                    <a:pt x="16891" y="0"/>
                  </a:moveTo>
                  <a:lnTo>
                    <a:pt x="2577211" y="0"/>
                  </a:lnTo>
                  <a:cubicBezTo>
                    <a:pt x="2586609" y="0"/>
                    <a:pt x="2594102" y="7620"/>
                    <a:pt x="2594102" y="16891"/>
                  </a:cubicBezTo>
                  <a:lnTo>
                    <a:pt x="2594102" y="1358011"/>
                  </a:lnTo>
                  <a:cubicBezTo>
                    <a:pt x="2594102" y="1367409"/>
                    <a:pt x="2586482" y="1374902"/>
                    <a:pt x="257721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577211" y="1341120"/>
                  </a:lnTo>
                  <a:lnTo>
                    <a:pt x="2577211" y="1358011"/>
                  </a:lnTo>
                  <a:lnTo>
                    <a:pt x="2560320" y="1358011"/>
                  </a:lnTo>
                  <a:lnTo>
                    <a:pt x="2560320" y="16891"/>
                  </a:lnTo>
                  <a:lnTo>
                    <a:pt x="2577211" y="16891"/>
                  </a:lnTo>
                  <a:lnTo>
                    <a:pt x="2577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4553712" y="6163056"/>
            <a:ext cx="1773936" cy="457200"/>
            <a:chOff x="0" y="0"/>
            <a:chExt cx="2365248" cy="60960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365248" cy="609600"/>
            </a:xfrm>
            <a:custGeom>
              <a:avLst/>
              <a:gdLst/>
              <a:ahLst/>
              <a:cxnLst/>
              <a:rect r="r" b="b" t="t" l="l"/>
              <a:pathLst>
                <a:path h="609600" w="2365248">
                  <a:moveTo>
                    <a:pt x="0" y="0"/>
                  </a:moveTo>
                  <a:lnTo>
                    <a:pt x="2365248" y="0"/>
                  </a:lnTo>
                  <a:lnTo>
                    <a:pt x="2365248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01" r="0" b="-25601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38100"/>
              <a:ext cx="2365248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users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4553712" y="6583680"/>
            <a:ext cx="1773936" cy="365760"/>
            <a:chOff x="0" y="0"/>
            <a:chExt cx="2365248" cy="48768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365248" cy="487680"/>
            </a:xfrm>
            <a:custGeom>
              <a:avLst/>
              <a:gdLst/>
              <a:ahLst/>
              <a:cxnLst/>
              <a:rect r="r" b="b" t="t" l="l"/>
              <a:pathLst>
                <a:path h="487680" w="2365248">
                  <a:moveTo>
                    <a:pt x="0" y="0"/>
                  </a:moveTo>
                  <a:lnTo>
                    <a:pt x="2365248" y="0"/>
                  </a:lnTo>
                  <a:lnTo>
                    <a:pt x="236524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502" r="0" b="-44502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38100"/>
              <a:ext cx="2365248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D299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🔒 ADMIN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6570983" y="6113783"/>
            <a:ext cx="1945643" cy="1031243"/>
            <a:chOff x="0" y="0"/>
            <a:chExt cx="2594191" cy="1374991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16891" y="16891"/>
              <a:ext cx="25603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25941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2594102">
                  <a:moveTo>
                    <a:pt x="16891" y="0"/>
                  </a:moveTo>
                  <a:lnTo>
                    <a:pt x="2577211" y="0"/>
                  </a:lnTo>
                  <a:cubicBezTo>
                    <a:pt x="2586609" y="0"/>
                    <a:pt x="2594102" y="7620"/>
                    <a:pt x="2594102" y="16891"/>
                  </a:cubicBezTo>
                  <a:lnTo>
                    <a:pt x="2594102" y="1358011"/>
                  </a:lnTo>
                  <a:cubicBezTo>
                    <a:pt x="2594102" y="1367409"/>
                    <a:pt x="2586482" y="1374902"/>
                    <a:pt x="257721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577211" y="1341120"/>
                  </a:lnTo>
                  <a:lnTo>
                    <a:pt x="2577211" y="1358011"/>
                  </a:lnTo>
                  <a:lnTo>
                    <a:pt x="2560320" y="1358011"/>
                  </a:lnTo>
                  <a:lnTo>
                    <a:pt x="2560320" y="16891"/>
                  </a:lnTo>
                  <a:lnTo>
                    <a:pt x="2577211" y="16891"/>
                  </a:lnTo>
                  <a:lnTo>
                    <a:pt x="2577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6656832" y="6163056"/>
            <a:ext cx="1773936" cy="457200"/>
            <a:chOff x="0" y="0"/>
            <a:chExt cx="2365248" cy="60960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2365248" cy="609600"/>
            </a:xfrm>
            <a:custGeom>
              <a:avLst/>
              <a:gdLst/>
              <a:ahLst/>
              <a:cxnLst/>
              <a:rect r="r" b="b" t="t" l="l"/>
              <a:pathLst>
                <a:path h="609600" w="2365248">
                  <a:moveTo>
                    <a:pt x="0" y="0"/>
                  </a:moveTo>
                  <a:lnTo>
                    <a:pt x="2365248" y="0"/>
                  </a:lnTo>
                  <a:lnTo>
                    <a:pt x="2365248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01" r="0" b="-25601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38100"/>
              <a:ext cx="2365248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branches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6656832" y="6583680"/>
            <a:ext cx="1773936" cy="365760"/>
            <a:chOff x="0" y="0"/>
            <a:chExt cx="2365248" cy="487680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2365248" cy="487680"/>
            </a:xfrm>
            <a:custGeom>
              <a:avLst/>
              <a:gdLst/>
              <a:ahLst/>
              <a:cxnLst/>
              <a:rect r="r" b="b" t="t" l="l"/>
              <a:pathLst>
                <a:path h="487680" w="2365248">
                  <a:moveTo>
                    <a:pt x="0" y="0"/>
                  </a:moveTo>
                  <a:lnTo>
                    <a:pt x="2365248" y="0"/>
                  </a:lnTo>
                  <a:lnTo>
                    <a:pt x="236524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502" r="0" b="-44502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38100"/>
              <a:ext cx="2365248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D299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🔒 ADMIN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8674103" y="6113783"/>
            <a:ext cx="1945643" cy="720347"/>
            <a:chOff x="0" y="0"/>
            <a:chExt cx="2594191" cy="960463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16891" y="16891"/>
              <a:ext cx="2560320" cy="926592"/>
            </a:xfrm>
            <a:custGeom>
              <a:avLst/>
              <a:gdLst/>
              <a:ahLst/>
              <a:cxnLst/>
              <a:rect r="r" b="b" t="t" l="l"/>
              <a:pathLst>
                <a:path h="92659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2594102" cy="960376"/>
            </a:xfrm>
            <a:custGeom>
              <a:avLst/>
              <a:gdLst/>
              <a:ahLst/>
              <a:cxnLst/>
              <a:rect r="r" b="b" t="t" l="l"/>
              <a:pathLst>
                <a:path h="960376" w="2594102">
                  <a:moveTo>
                    <a:pt x="16891" y="0"/>
                  </a:moveTo>
                  <a:lnTo>
                    <a:pt x="2577211" y="0"/>
                  </a:lnTo>
                  <a:cubicBezTo>
                    <a:pt x="2586609" y="0"/>
                    <a:pt x="2594102" y="7620"/>
                    <a:pt x="2594102" y="16891"/>
                  </a:cubicBezTo>
                  <a:lnTo>
                    <a:pt x="2594102" y="943483"/>
                  </a:lnTo>
                  <a:cubicBezTo>
                    <a:pt x="2594102" y="952881"/>
                    <a:pt x="2586482" y="960374"/>
                    <a:pt x="257721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577211" y="926592"/>
                  </a:lnTo>
                  <a:lnTo>
                    <a:pt x="2577211" y="943483"/>
                  </a:lnTo>
                  <a:lnTo>
                    <a:pt x="2560320" y="943483"/>
                  </a:lnTo>
                  <a:lnTo>
                    <a:pt x="2560320" y="16891"/>
                  </a:lnTo>
                  <a:lnTo>
                    <a:pt x="2577211" y="16891"/>
                  </a:lnTo>
                  <a:lnTo>
                    <a:pt x="2577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8759952" y="6163056"/>
            <a:ext cx="1773936" cy="457200"/>
            <a:chOff x="0" y="0"/>
            <a:chExt cx="2365248" cy="60960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2365248" cy="609600"/>
            </a:xfrm>
            <a:custGeom>
              <a:avLst/>
              <a:gdLst/>
              <a:ahLst/>
              <a:cxnLst/>
              <a:rect r="r" b="b" t="t" l="l"/>
              <a:pathLst>
                <a:path h="609600" w="2365248">
                  <a:moveTo>
                    <a:pt x="0" y="0"/>
                  </a:moveTo>
                  <a:lnTo>
                    <a:pt x="2365248" y="0"/>
                  </a:lnTo>
                  <a:lnTo>
                    <a:pt x="2365248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01" r="0" b="-25601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-38100"/>
              <a:ext cx="2365248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reports/*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10777223" y="6113783"/>
            <a:ext cx="1945643" cy="1031243"/>
            <a:chOff x="0" y="0"/>
            <a:chExt cx="2594191" cy="1374991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16891" y="16891"/>
              <a:ext cx="25603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25941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2594102">
                  <a:moveTo>
                    <a:pt x="16891" y="0"/>
                  </a:moveTo>
                  <a:lnTo>
                    <a:pt x="2577211" y="0"/>
                  </a:lnTo>
                  <a:cubicBezTo>
                    <a:pt x="2586609" y="0"/>
                    <a:pt x="2594102" y="7620"/>
                    <a:pt x="2594102" y="16891"/>
                  </a:cubicBezTo>
                  <a:lnTo>
                    <a:pt x="2594102" y="1358011"/>
                  </a:lnTo>
                  <a:cubicBezTo>
                    <a:pt x="2594102" y="1367409"/>
                    <a:pt x="2586482" y="1374902"/>
                    <a:pt x="257721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577211" y="1341120"/>
                  </a:lnTo>
                  <a:lnTo>
                    <a:pt x="2577211" y="1358011"/>
                  </a:lnTo>
                  <a:lnTo>
                    <a:pt x="2560320" y="1358011"/>
                  </a:lnTo>
                  <a:lnTo>
                    <a:pt x="2560320" y="16891"/>
                  </a:lnTo>
                  <a:lnTo>
                    <a:pt x="2577211" y="16891"/>
                  </a:lnTo>
                  <a:lnTo>
                    <a:pt x="2577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0863072" y="6163056"/>
            <a:ext cx="1773936" cy="457200"/>
            <a:chOff x="0" y="0"/>
            <a:chExt cx="2365248" cy="609600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2365248" cy="609600"/>
            </a:xfrm>
            <a:custGeom>
              <a:avLst/>
              <a:gdLst/>
              <a:ahLst/>
              <a:cxnLst/>
              <a:rect r="r" b="b" t="t" l="l"/>
              <a:pathLst>
                <a:path h="609600" w="2365248">
                  <a:moveTo>
                    <a:pt x="0" y="0"/>
                  </a:moveTo>
                  <a:lnTo>
                    <a:pt x="2365248" y="0"/>
                  </a:lnTo>
                  <a:lnTo>
                    <a:pt x="2365248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01" r="0" b="-25601"/>
              </a:stretch>
            </a:blipFill>
          </p:spPr>
        </p:sp>
        <p:sp>
          <p:nvSpPr>
            <p:cNvPr name="TextBox 155" id="155"/>
            <p:cNvSpPr txBox="true"/>
            <p:nvPr/>
          </p:nvSpPr>
          <p:spPr>
            <a:xfrm>
              <a:off x="0" y="-38100"/>
              <a:ext cx="2365248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audit</a:t>
              </a:r>
            </a:p>
          </p:txBody>
        </p:sp>
      </p:grpSp>
      <p:grpSp>
        <p:nvGrpSpPr>
          <p:cNvPr name="Group 156" id="156"/>
          <p:cNvGrpSpPr/>
          <p:nvPr/>
        </p:nvGrpSpPr>
        <p:grpSpPr>
          <a:xfrm rot="0">
            <a:off x="10863072" y="6583680"/>
            <a:ext cx="1773936" cy="365760"/>
            <a:chOff x="0" y="0"/>
            <a:chExt cx="2365248" cy="487680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2365248" cy="487680"/>
            </a:xfrm>
            <a:custGeom>
              <a:avLst/>
              <a:gdLst/>
              <a:ahLst/>
              <a:cxnLst/>
              <a:rect r="r" b="b" t="t" l="l"/>
              <a:pathLst>
                <a:path h="487680" w="2365248">
                  <a:moveTo>
                    <a:pt x="0" y="0"/>
                  </a:moveTo>
                  <a:lnTo>
                    <a:pt x="2365248" y="0"/>
                  </a:lnTo>
                  <a:lnTo>
                    <a:pt x="236524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502" r="0" b="-44502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-38100"/>
              <a:ext cx="2365248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D299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🔒 ADMIN</a:t>
              </a: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12880343" y="6113783"/>
            <a:ext cx="1945643" cy="720347"/>
            <a:chOff x="0" y="0"/>
            <a:chExt cx="2594191" cy="960463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16891" y="16891"/>
              <a:ext cx="2560320" cy="926592"/>
            </a:xfrm>
            <a:custGeom>
              <a:avLst/>
              <a:gdLst/>
              <a:ahLst/>
              <a:cxnLst/>
              <a:rect r="r" b="b" t="t" l="l"/>
              <a:pathLst>
                <a:path h="92659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2594102" cy="960376"/>
            </a:xfrm>
            <a:custGeom>
              <a:avLst/>
              <a:gdLst/>
              <a:ahLst/>
              <a:cxnLst/>
              <a:rect r="r" b="b" t="t" l="l"/>
              <a:pathLst>
                <a:path h="960376" w="2594102">
                  <a:moveTo>
                    <a:pt x="16891" y="0"/>
                  </a:moveTo>
                  <a:lnTo>
                    <a:pt x="2577211" y="0"/>
                  </a:lnTo>
                  <a:cubicBezTo>
                    <a:pt x="2586609" y="0"/>
                    <a:pt x="2594102" y="7620"/>
                    <a:pt x="2594102" y="16891"/>
                  </a:cubicBezTo>
                  <a:lnTo>
                    <a:pt x="2594102" y="943483"/>
                  </a:lnTo>
                  <a:cubicBezTo>
                    <a:pt x="2594102" y="952881"/>
                    <a:pt x="2586482" y="960374"/>
                    <a:pt x="257721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577211" y="926592"/>
                  </a:lnTo>
                  <a:lnTo>
                    <a:pt x="2577211" y="943483"/>
                  </a:lnTo>
                  <a:lnTo>
                    <a:pt x="2560320" y="943483"/>
                  </a:lnTo>
                  <a:lnTo>
                    <a:pt x="2560320" y="16891"/>
                  </a:lnTo>
                  <a:lnTo>
                    <a:pt x="2577211" y="16891"/>
                  </a:lnTo>
                  <a:lnTo>
                    <a:pt x="2577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2966192" y="6163056"/>
            <a:ext cx="1773936" cy="457200"/>
            <a:chOff x="0" y="0"/>
            <a:chExt cx="2365248" cy="6096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2365248" cy="609600"/>
            </a:xfrm>
            <a:custGeom>
              <a:avLst/>
              <a:gdLst/>
              <a:ahLst/>
              <a:cxnLst/>
              <a:rect r="r" b="b" t="t" l="l"/>
              <a:pathLst>
                <a:path h="609600" w="2365248">
                  <a:moveTo>
                    <a:pt x="0" y="0"/>
                  </a:moveTo>
                  <a:lnTo>
                    <a:pt x="2365248" y="0"/>
                  </a:lnTo>
                  <a:lnTo>
                    <a:pt x="2365248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01" r="0" b="-25601"/>
              </a:stretch>
            </a:blipFill>
          </p:spPr>
        </p:sp>
        <p:sp>
          <p:nvSpPr>
            <p:cNvPr name="TextBox 164" id="164"/>
            <p:cNvSpPr txBox="true"/>
            <p:nvPr/>
          </p:nvSpPr>
          <p:spPr>
            <a:xfrm>
              <a:off x="0" y="-38100"/>
              <a:ext cx="2365248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Assistant</a:t>
              </a:r>
            </a:p>
          </p:txBody>
        </p:sp>
      </p:grpSp>
      <p:grpSp>
        <p:nvGrpSpPr>
          <p:cNvPr name="Group 165" id="165"/>
          <p:cNvGrpSpPr/>
          <p:nvPr/>
        </p:nvGrpSpPr>
        <p:grpSpPr>
          <a:xfrm rot="0">
            <a:off x="14983463" y="6113783"/>
            <a:ext cx="1945643" cy="720347"/>
            <a:chOff x="0" y="0"/>
            <a:chExt cx="2594191" cy="960463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16891" y="16891"/>
              <a:ext cx="2560320" cy="926592"/>
            </a:xfrm>
            <a:custGeom>
              <a:avLst/>
              <a:gdLst/>
              <a:ahLst/>
              <a:cxnLst/>
              <a:rect r="r" b="b" t="t" l="l"/>
              <a:pathLst>
                <a:path h="92659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2594102" cy="960376"/>
            </a:xfrm>
            <a:custGeom>
              <a:avLst/>
              <a:gdLst/>
              <a:ahLst/>
              <a:cxnLst/>
              <a:rect r="r" b="b" t="t" l="l"/>
              <a:pathLst>
                <a:path h="960376" w="2594102">
                  <a:moveTo>
                    <a:pt x="16891" y="0"/>
                  </a:moveTo>
                  <a:lnTo>
                    <a:pt x="2577211" y="0"/>
                  </a:lnTo>
                  <a:cubicBezTo>
                    <a:pt x="2586609" y="0"/>
                    <a:pt x="2594102" y="7620"/>
                    <a:pt x="2594102" y="16891"/>
                  </a:cubicBezTo>
                  <a:lnTo>
                    <a:pt x="2594102" y="943483"/>
                  </a:lnTo>
                  <a:cubicBezTo>
                    <a:pt x="2594102" y="952881"/>
                    <a:pt x="2586482" y="960374"/>
                    <a:pt x="257721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577211" y="926592"/>
                  </a:lnTo>
                  <a:lnTo>
                    <a:pt x="2577211" y="943483"/>
                  </a:lnTo>
                  <a:lnTo>
                    <a:pt x="2560320" y="943483"/>
                  </a:lnTo>
                  <a:lnTo>
                    <a:pt x="2560320" y="16891"/>
                  </a:lnTo>
                  <a:lnTo>
                    <a:pt x="2577211" y="16891"/>
                  </a:lnTo>
                  <a:lnTo>
                    <a:pt x="2577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5069312" y="6163056"/>
            <a:ext cx="1773936" cy="457200"/>
            <a:chOff x="0" y="0"/>
            <a:chExt cx="2365248" cy="6096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2365248" cy="609600"/>
            </a:xfrm>
            <a:custGeom>
              <a:avLst/>
              <a:gdLst/>
              <a:ahLst/>
              <a:cxnLst/>
              <a:rect r="r" b="b" t="t" l="l"/>
              <a:pathLst>
                <a:path h="609600" w="2365248">
                  <a:moveTo>
                    <a:pt x="0" y="0"/>
                  </a:moveTo>
                  <a:lnTo>
                    <a:pt x="2365248" y="0"/>
                  </a:lnTo>
                  <a:lnTo>
                    <a:pt x="2365248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01" r="0" b="-25601"/>
              </a:stretch>
            </a:blipFill>
          </p:spPr>
        </p:sp>
        <p:sp>
          <p:nvSpPr>
            <p:cNvPr name="TextBox 170" id="170"/>
            <p:cNvSpPr txBox="true"/>
            <p:nvPr/>
          </p:nvSpPr>
          <p:spPr>
            <a:xfrm>
              <a:off x="0" y="-38100"/>
              <a:ext cx="2365248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allergens</a:t>
              </a:r>
            </a:p>
          </p:txBody>
        </p:sp>
      </p:grpSp>
      <p:grpSp>
        <p:nvGrpSpPr>
          <p:cNvPr name="Group 171" id="171"/>
          <p:cNvGrpSpPr/>
          <p:nvPr/>
        </p:nvGrpSpPr>
        <p:grpSpPr>
          <a:xfrm rot="0">
            <a:off x="261623" y="7576823"/>
            <a:ext cx="17764763" cy="1945643"/>
            <a:chOff x="0" y="0"/>
            <a:chExt cx="23686351" cy="2594191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16891" y="16891"/>
              <a:ext cx="23652480" cy="2560320"/>
            </a:xfrm>
            <a:custGeom>
              <a:avLst/>
              <a:gdLst/>
              <a:ahLst/>
              <a:cxnLst/>
              <a:rect r="r" b="b" t="t" l="l"/>
              <a:pathLst>
                <a:path h="256032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23686263" cy="2594102"/>
            </a:xfrm>
            <a:custGeom>
              <a:avLst/>
              <a:gdLst/>
              <a:ahLst/>
              <a:cxnLst/>
              <a:rect r="r" b="b" t="t" l="l"/>
              <a:pathLst>
                <a:path h="2594102" w="23686263">
                  <a:moveTo>
                    <a:pt x="16891" y="0"/>
                  </a:moveTo>
                  <a:lnTo>
                    <a:pt x="23669371" y="0"/>
                  </a:lnTo>
                  <a:cubicBezTo>
                    <a:pt x="23678769" y="0"/>
                    <a:pt x="23686263" y="7620"/>
                    <a:pt x="23686263" y="16891"/>
                  </a:cubicBezTo>
                  <a:lnTo>
                    <a:pt x="23686263" y="2577211"/>
                  </a:lnTo>
                  <a:cubicBezTo>
                    <a:pt x="23686263" y="2586609"/>
                    <a:pt x="23678643" y="2594102"/>
                    <a:pt x="23669371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23669371" y="2560320"/>
                  </a:lnTo>
                  <a:lnTo>
                    <a:pt x="23669371" y="2577211"/>
                  </a:lnTo>
                  <a:lnTo>
                    <a:pt x="23652480" y="2577211"/>
                  </a:lnTo>
                  <a:lnTo>
                    <a:pt x="23652480" y="16891"/>
                  </a:lnTo>
                  <a:lnTo>
                    <a:pt x="23669371" y="16891"/>
                  </a:lnTo>
                  <a:lnTo>
                    <a:pt x="23669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457200" y="7680960"/>
            <a:ext cx="17373600" cy="365760"/>
            <a:chOff x="0" y="0"/>
            <a:chExt cx="23164800" cy="48768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23164800" cy="487680"/>
            </a:xfrm>
            <a:custGeom>
              <a:avLst/>
              <a:gdLst/>
              <a:ahLst/>
              <a:cxnLst/>
              <a:rect r="r" b="b" t="t" l="l"/>
              <a:pathLst>
                <a:path h="48768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5539" r="0" b="-875539"/>
              </a:stretch>
            </a:blipFill>
          </p:spPr>
        </p:sp>
        <p:sp>
          <p:nvSpPr>
            <p:cNvPr name="TextBox 176" id="176"/>
            <p:cNvSpPr txBox="true"/>
            <p:nvPr/>
          </p:nvSpPr>
          <p:spPr>
            <a:xfrm>
              <a:off x="0" y="-28575"/>
              <a:ext cx="231648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inventory/*: raw-materials, finished-goods, stock-in, stock-out, wastage, transfers 🔒</a:t>
              </a:r>
            </a:p>
          </p:txBody>
        </p:sp>
      </p:grpSp>
      <p:grpSp>
        <p:nvGrpSpPr>
          <p:cNvPr name="Group 177" id="177"/>
          <p:cNvGrpSpPr/>
          <p:nvPr/>
        </p:nvGrpSpPr>
        <p:grpSpPr>
          <a:xfrm rot="0">
            <a:off x="457200" y="8083296"/>
            <a:ext cx="17373600" cy="365760"/>
            <a:chOff x="0" y="0"/>
            <a:chExt cx="23164800" cy="48768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23164800" cy="487680"/>
            </a:xfrm>
            <a:custGeom>
              <a:avLst/>
              <a:gdLst/>
              <a:ahLst/>
              <a:cxnLst/>
              <a:rect r="r" b="b" t="t" l="l"/>
              <a:pathLst>
                <a:path h="48768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5539" r="0" b="-875539"/>
              </a:stretch>
            </a:blipFill>
          </p:spPr>
        </p:sp>
        <p:sp>
          <p:nvSpPr>
            <p:cNvPr name="TextBox 179" id="179"/>
            <p:cNvSpPr txBox="true"/>
            <p:nvPr/>
          </p:nvSpPr>
          <p:spPr>
            <a:xfrm>
              <a:off x="0" y="-28575"/>
              <a:ext cx="231648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recipes/*: list, :id (detail), :id/edit, add, :id/produce, nutrition, allergens, versions</a:t>
              </a:r>
            </a:p>
          </p:txBody>
        </p:sp>
      </p:grpSp>
      <p:grpSp>
        <p:nvGrpSpPr>
          <p:cNvPr name="Group 180" id="180"/>
          <p:cNvGrpSpPr/>
          <p:nvPr/>
        </p:nvGrpSpPr>
        <p:grpSpPr>
          <a:xfrm rot="0">
            <a:off x="457200" y="8485632"/>
            <a:ext cx="17373600" cy="365760"/>
            <a:chOff x="0" y="0"/>
            <a:chExt cx="23164800" cy="487680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23164800" cy="487680"/>
            </a:xfrm>
            <a:custGeom>
              <a:avLst/>
              <a:gdLst/>
              <a:ahLst/>
              <a:cxnLst/>
              <a:rect r="r" b="b" t="t" l="l"/>
              <a:pathLst>
                <a:path h="48768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5539" r="0" b="-875539"/>
              </a:stretch>
            </a:blipFill>
          </p:spPr>
        </p:sp>
        <p:sp>
          <p:nvSpPr>
            <p:cNvPr name="TextBox 182" id="182"/>
            <p:cNvSpPr txBox="true"/>
            <p:nvPr/>
          </p:nvSpPr>
          <p:spPr>
            <a:xfrm>
              <a:off x="0" y="-28575"/>
              <a:ext cx="231648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meal-planning/*: weekly, forecast, push 🔒 | menu/*: active, seasonal 🔒, pricing</a:t>
              </a:r>
            </a:p>
          </p:txBody>
        </p:sp>
      </p:grpSp>
      <p:grpSp>
        <p:nvGrpSpPr>
          <p:cNvPr name="Group 183" id="183"/>
          <p:cNvGrpSpPr/>
          <p:nvPr/>
        </p:nvGrpSpPr>
        <p:grpSpPr>
          <a:xfrm rot="0">
            <a:off x="457200" y="8887968"/>
            <a:ext cx="17373600" cy="365760"/>
            <a:chOff x="0" y="0"/>
            <a:chExt cx="23164800" cy="487680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23164800" cy="487680"/>
            </a:xfrm>
            <a:custGeom>
              <a:avLst/>
              <a:gdLst/>
              <a:ahLst/>
              <a:cxnLst/>
              <a:rect r="r" b="b" t="t" l="l"/>
              <a:pathLst>
                <a:path h="48768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5539" r="0" b="-875539"/>
              </a:stretch>
            </a:blipFill>
          </p:spPr>
        </p:sp>
        <p:sp>
          <p:nvSpPr>
            <p:cNvPr name="TextBox 185" id="185"/>
            <p:cNvSpPr txBox="true"/>
            <p:nvPr/>
          </p:nvSpPr>
          <p:spPr>
            <a:xfrm>
              <a:off x="0" y="-28575"/>
              <a:ext cx="231648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procurement/*: indent, orders, suppliers, grn, vendors 🔒 | reports/*: inventory, cost, wastage, sales, branches 🔒, suppliers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46304" cy="1316736"/>
            <a:chOff x="0" y="0"/>
            <a:chExt cx="195072" cy="17556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072" cy="1755648"/>
            </a:xfrm>
            <a:custGeom>
              <a:avLst/>
              <a:gdLst/>
              <a:ahLst/>
              <a:cxnLst/>
              <a:rect r="r" b="b" t="t" l="l"/>
              <a:pathLst>
                <a:path h="175564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65760" y="109728"/>
            <a:ext cx="12801600" cy="822960"/>
            <a:chOff x="0" y="0"/>
            <a:chExt cx="1706880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70688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58A6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— Role Access Control Matrix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65760" y="877824"/>
            <a:ext cx="16459200" cy="402336"/>
            <a:chOff x="0" y="0"/>
            <a:chExt cx="21945600" cy="5364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7115" r="0" b="-74711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945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 roles: ADMIN · MANAGER · STAFF · USER — what each can access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74320" y="1499616"/>
            <a:ext cx="17739360" cy="658368"/>
            <a:chOff x="0" y="0"/>
            <a:chExt cx="23652480" cy="8778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652480" cy="877824"/>
            </a:xfrm>
            <a:custGeom>
              <a:avLst/>
              <a:gdLst/>
              <a:ahLst/>
              <a:cxnLst/>
              <a:rect r="r" b="b" t="t" l="l"/>
              <a:pathLst>
                <a:path h="877824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C233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20624" y="1536192"/>
            <a:ext cx="7498080" cy="548640"/>
            <a:chOff x="0" y="0"/>
            <a:chExt cx="999744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9997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8B949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 / Module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101584" y="1536192"/>
            <a:ext cx="2194560" cy="548640"/>
            <a:chOff x="0" y="0"/>
            <a:chExt cx="292608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29260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851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ADMIN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479024" y="1536192"/>
            <a:ext cx="2194560" cy="548640"/>
            <a:chOff x="0" y="0"/>
            <a:chExt cx="292608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29260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D299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MANAGER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856464" y="1536192"/>
            <a:ext cx="2194560" cy="548640"/>
            <a:chOff x="0" y="0"/>
            <a:chExt cx="292608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29260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3FB9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STAFF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233904" y="1536192"/>
            <a:ext cx="2926080" cy="548640"/>
            <a:chOff x="0" y="0"/>
            <a:chExt cx="390144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901440" cy="731520"/>
            </a:xfrm>
            <a:custGeom>
              <a:avLst/>
              <a:gdLst/>
              <a:ahLst/>
              <a:cxnLst/>
              <a:rect r="r" b="b" t="t" l="l"/>
              <a:pathLst>
                <a:path h="73152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3901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58A6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74320" y="2194560"/>
            <a:ext cx="17739360" cy="548640"/>
            <a:chOff x="0" y="0"/>
            <a:chExt cx="2365248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3652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61B2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57200" y="2267712"/>
            <a:ext cx="7315200" cy="438912"/>
            <a:chOff x="0" y="0"/>
            <a:chExt cx="9753600" cy="5852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753600" cy="585216"/>
            </a:xfrm>
            <a:custGeom>
              <a:avLst/>
              <a:gdLst/>
              <a:ahLst/>
              <a:cxnLst/>
              <a:rect r="r" b="b" t="t" l="l"/>
              <a:pathLst>
                <a:path h="58521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97536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 (KPIs, alerts, charts)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046720" y="2267712"/>
            <a:ext cx="1828800" cy="438912"/>
            <a:chOff x="0" y="0"/>
            <a:chExt cx="2438400" cy="5852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9D3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149840" y="2267712"/>
            <a:ext cx="1828800" cy="438912"/>
            <a:chOff x="0" y="0"/>
            <a:chExt cx="2438400" cy="58521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9D3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252960" y="2267712"/>
            <a:ext cx="1828800" cy="438912"/>
            <a:chOff x="0" y="0"/>
            <a:chExt cx="2438400" cy="58521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9D3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356080" y="2267712"/>
            <a:ext cx="1828800" cy="438912"/>
            <a:chOff x="0" y="0"/>
            <a:chExt cx="2438400" cy="58521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9D3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74320" y="2743200"/>
            <a:ext cx="17739360" cy="548640"/>
            <a:chOff x="0" y="0"/>
            <a:chExt cx="2365248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3652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C2333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457200" y="2816352"/>
            <a:ext cx="7315200" cy="438912"/>
            <a:chOff x="0" y="0"/>
            <a:chExt cx="9753600" cy="58521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753600" cy="585216"/>
            </a:xfrm>
            <a:custGeom>
              <a:avLst/>
              <a:gdLst/>
              <a:ahLst/>
              <a:cxnLst/>
              <a:rect r="r" b="b" t="t" l="l"/>
              <a:pathLst>
                <a:path h="58521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97536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Recipes — View &amp; Log Production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046720" y="2816352"/>
            <a:ext cx="1828800" cy="438912"/>
            <a:chOff x="0" y="0"/>
            <a:chExt cx="2438400" cy="58521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9D3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149840" y="2816352"/>
            <a:ext cx="1828800" cy="438912"/>
            <a:chOff x="0" y="0"/>
            <a:chExt cx="2438400" cy="58521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9D3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252960" y="2816352"/>
            <a:ext cx="1828800" cy="438912"/>
            <a:chOff x="0" y="0"/>
            <a:chExt cx="2438400" cy="58521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9D3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4356080" y="2816352"/>
            <a:ext cx="1828800" cy="438912"/>
            <a:chOff x="0" y="0"/>
            <a:chExt cx="2438400" cy="58521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9D3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274320" y="3291840"/>
            <a:ext cx="17739360" cy="548640"/>
            <a:chOff x="0" y="0"/>
            <a:chExt cx="23652480" cy="7315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3652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61B22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457200" y="3364992"/>
            <a:ext cx="7315200" cy="438912"/>
            <a:chOff x="0" y="0"/>
            <a:chExt cx="9753600" cy="58521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753600" cy="585216"/>
            </a:xfrm>
            <a:custGeom>
              <a:avLst/>
              <a:gdLst/>
              <a:ahLst/>
              <a:cxnLst/>
              <a:rect r="r" b="b" t="t" l="l"/>
              <a:pathLst>
                <a:path h="58521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97536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Recipes — Add / Edit / Delete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8046720" y="3364992"/>
            <a:ext cx="1828800" cy="438912"/>
            <a:chOff x="0" y="0"/>
            <a:chExt cx="2438400" cy="58521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9D3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0149840" y="3364992"/>
            <a:ext cx="1828800" cy="438912"/>
            <a:chOff x="0" y="0"/>
            <a:chExt cx="2438400" cy="58521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9D3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252960" y="3364992"/>
            <a:ext cx="1828800" cy="438912"/>
            <a:chOff x="0" y="0"/>
            <a:chExt cx="2438400" cy="58521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851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4356080" y="3364992"/>
            <a:ext cx="1828800" cy="438912"/>
            <a:chOff x="0" y="0"/>
            <a:chExt cx="2438400" cy="58521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851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274320" y="3840480"/>
            <a:ext cx="17739360" cy="548640"/>
            <a:chOff x="0" y="0"/>
            <a:chExt cx="23652480" cy="73152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3652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C2333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457200" y="3913632"/>
            <a:ext cx="7315200" cy="438912"/>
            <a:chOff x="0" y="0"/>
            <a:chExt cx="9753600" cy="58521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753600" cy="585216"/>
            </a:xfrm>
            <a:custGeom>
              <a:avLst/>
              <a:gdLst/>
              <a:ahLst/>
              <a:cxnLst/>
              <a:rect r="r" b="b" t="t" l="l"/>
              <a:pathLst>
                <a:path h="58521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97536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Inventory — View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8046720" y="3913632"/>
            <a:ext cx="1828800" cy="438912"/>
            <a:chOff x="0" y="0"/>
            <a:chExt cx="2438400" cy="58521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9D3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149840" y="3913632"/>
            <a:ext cx="1828800" cy="438912"/>
            <a:chOff x="0" y="0"/>
            <a:chExt cx="2438400" cy="58521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9D3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2252960" y="3913632"/>
            <a:ext cx="1828800" cy="438912"/>
            <a:chOff x="0" y="0"/>
            <a:chExt cx="2438400" cy="58521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9D3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4356080" y="3913632"/>
            <a:ext cx="1828800" cy="438912"/>
            <a:chOff x="0" y="0"/>
            <a:chExt cx="2438400" cy="58521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851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274320" y="4389120"/>
            <a:ext cx="17739360" cy="548640"/>
            <a:chOff x="0" y="0"/>
            <a:chExt cx="23652480" cy="73152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3652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61B22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457200" y="4462272"/>
            <a:ext cx="7315200" cy="438912"/>
            <a:chOff x="0" y="0"/>
            <a:chExt cx="9753600" cy="585216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9753600" cy="585216"/>
            </a:xfrm>
            <a:custGeom>
              <a:avLst/>
              <a:gdLst/>
              <a:ahLst/>
              <a:cxnLst/>
              <a:rect r="r" b="b" t="t" l="l"/>
              <a:pathLst>
                <a:path h="58521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97536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Inventory — Stock In / Out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8046720" y="4462272"/>
            <a:ext cx="1828800" cy="438912"/>
            <a:chOff x="0" y="0"/>
            <a:chExt cx="2438400" cy="585216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9D3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0149840" y="4462272"/>
            <a:ext cx="1828800" cy="438912"/>
            <a:chOff x="0" y="0"/>
            <a:chExt cx="2438400" cy="585216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9D3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2252960" y="4462272"/>
            <a:ext cx="1828800" cy="438912"/>
            <a:chOff x="0" y="0"/>
            <a:chExt cx="2438400" cy="585216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9D3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4356080" y="4462272"/>
            <a:ext cx="1828800" cy="438912"/>
            <a:chOff x="0" y="0"/>
            <a:chExt cx="2438400" cy="58521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851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274320" y="4937760"/>
            <a:ext cx="17739360" cy="548640"/>
            <a:chOff x="0" y="0"/>
            <a:chExt cx="23652480" cy="73152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3652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C2333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457200" y="5010912"/>
            <a:ext cx="7315200" cy="438912"/>
            <a:chOff x="0" y="0"/>
            <a:chExt cx="9753600" cy="585216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9753600" cy="585216"/>
            </a:xfrm>
            <a:custGeom>
              <a:avLst/>
              <a:gdLst/>
              <a:ahLst/>
              <a:cxnLst/>
              <a:rect r="r" b="b" t="t" l="l"/>
              <a:pathLst>
                <a:path h="58521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38100"/>
              <a:ext cx="97536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Inventory — Stock Transfers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8046720" y="5010912"/>
            <a:ext cx="1828800" cy="438912"/>
            <a:chOff x="0" y="0"/>
            <a:chExt cx="2438400" cy="585216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9D3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0149840" y="5010912"/>
            <a:ext cx="1828800" cy="438912"/>
            <a:chOff x="0" y="0"/>
            <a:chExt cx="2438400" cy="585216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851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2252960" y="5010912"/>
            <a:ext cx="1828800" cy="438912"/>
            <a:chOff x="0" y="0"/>
            <a:chExt cx="2438400" cy="585216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851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4356080" y="5010912"/>
            <a:ext cx="1828800" cy="438912"/>
            <a:chOff x="0" y="0"/>
            <a:chExt cx="2438400" cy="585216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851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274320" y="5486400"/>
            <a:ext cx="17739360" cy="548640"/>
            <a:chOff x="0" y="0"/>
            <a:chExt cx="23652480" cy="73152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3652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61B22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457200" y="5559552"/>
            <a:ext cx="7315200" cy="438912"/>
            <a:chOff x="0" y="0"/>
            <a:chExt cx="9753600" cy="585216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9753600" cy="585216"/>
            </a:xfrm>
            <a:custGeom>
              <a:avLst/>
              <a:gdLst/>
              <a:ahLst/>
              <a:cxnLst/>
              <a:rect r="r" b="b" t="t" l="l"/>
              <a:pathLst>
                <a:path h="58521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97536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Procurement — Indent / PO / GRN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8046720" y="5559552"/>
            <a:ext cx="1828800" cy="438912"/>
            <a:chOff x="0" y="0"/>
            <a:chExt cx="2438400" cy="585216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9D3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0149840" y="5559552"/>
            <a:ext cx="1828800" cy="438912"/>
            <a:chOff x="0" y="0"/>
            <a:chExt cx="2438400" cy="585216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9D3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2252960" y="5559552"/>
            <a:ext cx="1828800" cy="438912"/>
            <a:chOff x="0" y="0"/>
            <a:chExt cx="2438400" cy="585216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9D3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4356080" y="5559552"/>
            <a:ext cx="1828800" cy="438912"/>
            <a:chOff x="0" y="0"/>
            <a:chExt cx="2438400" cy="585216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851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274320" y="6035040"/>
            <a:ext cx="17739360" cy="548640"/>
            <a:chOff x="0" y="0"/>
            <a:chExt cx="23652480" cy="73152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23652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C2333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457200" y="6108192"/>
            <a:ext cx="7315200" cy="438912"/>
            <a:chOff x="0" y="0"/>
            <a:chExt cx="9753600" cy="585216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9753600" cy="585216"/>
            </a:xfrm>
            <a:custGeom>
              <a:avLst/>
              <a:gdLst/>
              <a:ahLst/>
              <a:cxnLst/>
              <a:rect r="r" b="b" t="t" l="l"/>
              <a:pathLst>
                <a:path h="58521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38100"/>
              <a:ext cx="97536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Procurement — Approve Vendors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8046720" y="6108192"/>
            <a:ext cx="1828800" cy="438912"/>
            <a:chOff x="0" y="0"/>
            <a:chExt cx="2438400" cy="585216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9D3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10149840" y="6108192"/>
            <a:ext cx="1828800" cy="438912"/>
            <a:chOff x="0" y="0"/>
            <a:chExt cx="2438400" cy="585216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851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12252960" y="6108192"/>
            <a:ext cx="1828800" cy="438912"/>
            <a:chOff x="0" y="0"/>
            <a:chExt cx="2438400" cy="585216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851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</a:t>
              </a:r>
            </a:p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14356080" y="6108192"/>
            <a:ext cx="1828800" cy="438912"/>
            <a:chOff x="0" y="0"/>
            <a:chExt cx="2438400" cy="585216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851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</a:t>
              </a:r>
            </a:p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274320" y="6583680"/>
            <a:ext cx="17739360" cy="548640"/>
            <a:chOff x="0" y="0"/>
            <a:chExt cx="23652480" cy="73152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23652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61B22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457200" y="6656832"/>
            <a:ext cx="7315200" cy="438912"/>
            <a:chOff x="0" y="0"/>
            <a:chExt cx="9753600" cy="585216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9753600" cy="585216"/>
            </a:xfrm>
            <a:custGeom>
              <a:avLst/>
              <a:gdLst/>
              <a:ahLst/>
              <a:cxnLst/>
              <a:rect r="r" b="b" t="t" l="l"/>
              <a:pathLst>
                <a:path h="58521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70" id="170"/>
            <p:cNvSpPr txBox="true"/>
            <p:nvPr/>
          </p:nvSpPr>
          <p:spPr>
            <a:xfrm>
              <a:off x="0" y="-38100"/>
              <a:ext cx="97536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Sales — Daily Entry</a:t>
              </a:r>
            </a:p>
          </p:txBody>
        </p:sp>
      </p:grpSp>
      <p:grpSp>
        <p:nvGrpSpPr>
          <p:cNvPr name="Group 171" id="171"/>
          <p:cNvGrpSpPr/>
          <p:nvPr/>
        </p:nvGrpSpPr>
        <p:grpSpPr>
          <a:xfrm rot="0">
            <a:off x="8046720" y="6656832"/>
            <a:ext cx="1828800" cy="438912"/>
            <a:chOff x="0" y="0"/>
            <a:chExt cx="2438400" cy="585216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73" id="173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9D3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74" id="174"/>
          <p:cNvGrpSpPr/>
          <p:nvPr/>
        </p:nvGrpSpPr>
        <p:grpSpPr>
          <a:xfrm rot="0">
            <a:off x="10149840" y="6656832"/>
            <a:ext cx="1828800" cy="438912"/>
            <a:chOff x="0" y="0"/>
            <a:chExt cx="2438400" cy="585216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76" id="176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9D3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77" id="177"/>
          <p:cNvGrpSpPr/>
          <p:nvPr/>
        </p:nvGrpSpPr>
        <p:grpSpPr>
          <a:xfrm rot="0">
            <a:off x="12252960" y="6656832"/>
            <a:ext cx="1828800" cy="438912"/>
            <a:chOff x="0" y="0"/>
            <a:chExt cx="2438400" cy="585216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79" id="179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9D3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80" id="180"/>
          <p:cNvGrpSpPr/>
          <p:nvPr/>
        </p:nvGrpSpPr>
        <p:grpSpPr>
          <a:xfrm rot="0">
            <a:off x="14356080" y="6656832"/>
            <a:ext cx="1828800" cy="438912"/>
            <a:chOff x="0" y="0"/>
            <a:chExt cx="2438400" cy="585216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82" id="182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851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</a:t>
              </a:r>
            </a:p>
          </p:txBody>
        </p:sp>
      </p:grpSp>
      <p:grpSp>
        <p:nvGrpSpPr>
          <p:cNvPr name="Group 183" id="183"/>
          <p:cNvGrpSpPr/>
          <p:nvPr/>
        </p:nvGrpSpPr>
        <p:grpSpPr>
          <a:xfrm rot="0">
            <a:off x="274320" y="7132320"/>
            <a:ext cx="17739360" cy="548640"/>
            <a:chOff x="0" y="0"/>
            <a:chExt cx="23652480" cy="731520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23652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C2333"/>
            </a:solid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457200" y="7205472"/>
            <a:ext cx="7315200" cy="438912"/>
            <a:chOff x="0" y="0"/>
            <a:chExt cx="9753600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9753600" cy="585216"/>
            </a:xfrm>
            <a:custGeom>
              <a:avLst/>
              <a:gdLst/>
              <a:ahLst/>
              <a:cxnLst/>
              <a:rect r="r" b="b" t="t" l="l"/>
              <a:pathLst>
                <a:path h="58521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-38100"/>
              <a:ext cx="97536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Meal Planning — Push to Branches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8046720" y="7205472"/>
            <a:ext cx="1828800" cy="438912"/>
            <a:chOff x="0" y="0"/>
            <a:chExt cx="2438400" cy="58521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9D3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10149840" y="7205472"/>
            <a:ext cx="1828800" cy="438912"/>
            <a:chOff x="0" y="0"/>
            <a:chExt cx="2438400" cy="585216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851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</a:t>
              </a:r>
            </a:p>
          </p:txBody>
        </p:sp>
      </p:grpSp>
      <p:grpSp>
        <p:nvGrpSpPr>
          <p:cNvPr name="Group 194" id="194"/>
          <p:cNvGrpSpPr/>
          <p:nvPr/>
        </p:nvGrpSpPr>
        <p:grpSpPr>
          <a:xfrm rot="0">
            <a:off x="12252960" y="7205472"/>
            <a:ext cx="1828800" cy="438912"/>
            <a:chOff x="0" y="0"/>
            <a:chExt cx="2438400" cy="585216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851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14356080" y="7205472"/>
            <a:ext cx="1828800" cy="438912"/>
            <a:chOff x="0" y="0"/>
            <a:chExt cx="2438400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851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274320" y="7680960"/>
            <a:ext cx="17739360" cy="548640"/>
            <a:chOff x="0" y="0"/>
            <a:chExt cx="23652480" cy="731520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23652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61B22"/>
            </a:solidFill>
          </p:spPr>
        </p:sp>
      </p:grpSp>
      <p:grpSp>
        <p:nvGrpSpPr>
          <p:cNvPr name="Group 202" id="202"/>
          <p:cNvGrpSpPr/>
          <p:nvPr/>
        </p:nvGrpSpPr>
        <p:grpSpPr>
          <a:xfrm rot="0">
            <a:off x="457200" y="7754112"/>
            <a:ext cx="7315200" cy="438912"/>
            <a:chOff x="0" y="0"/>
            <a:chExt cx="9753600" cy="585216"/>
          </a:xfrm>
        </p:grpSpPr>
        <p:sp>
          <p:nvSpPr>
            <p:cNvPr name="Freeform 203" id="203"/>
            <p:cNvSpPr/>
            <p:nvPr/>
          </p:nvSpPr>
          <p:spPr>
            <a:xfrm flipH="false" flipV="false" rot="0">
              <a:off x="0" y="0"/>
              <a:ext cx="9753600" cy="585216"/>
            </a:xfrm>
            <a:custGeom>
              <a:avLst/>
              <a:gdLst/>
              <a:ahLst/>
              <a:cxnLst/>
              <a:rect r="r" b="b" t="t" l="l"/>
              <a:pathLst>
                <a:path h="58521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204" id="204"/>
            <p:cNvSpPr txBox="true"/>
            <p:nvPr/>
          </p:nvSpPr>
          <p:spPr>
            <a:xfrm>
              <a:off x="0" y="-38100"/>
              <a:ext cx="97536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Staff Shift Scheduling</a:t>
              </a:r>
            </a:p>
          </p:txBody>
        </p:sp>
      </p:grpSp>
      <p:grpSp>
        <p:nvGrpSpPr>
          <p:cNvPr name="Group 205" id="205"/>
          <p:cNvGrpSpPr/>
          <p:nvPr/>
        </p:nvGrpSpPr>
        <p:grpSpPr>
          <a:xfrm rot="0">
            <a:off x="8046720" y="7754112"/>
            <a:ext cx="1828800" cy="438912"/>
            <a:chOff x="0" y="0"/>
            <a:chExt cx="2438400" cy="585216"/>
          </a:xfrm>
        </p:grpSpPr>
        <p:sp>
          <p:nvSpPr>
            <p:cNvPr name="Freeform 206" id="206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207" id="207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9D3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208" id="208"/>
          <p:cNvGrpSpPr/>
          <p:nvPr/>
        </p:nvGrpSpPr>
        <p:grpSpPr>
          <a:xfrm rot="0">
            <a:off x="10149840" y="7754112"/>
            <a:ext cx="1828800" cy="438912"/>
            <a:chOff x="0" y="0"/>
            <a:chExt cx="2438400" cy="585216"/>
          </a:xfrm>
        </p:grpSpPr>
        <p:sp>
          <p:nvSpPr>
            <p:cNvPr name="Freeform 209" id="209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210" id="210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9D3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211" id="211"/>
          <p:cNvGrpSpPr/>
          <p:nvPr/>
        </p:nvGrpSpPr>
        <p:grpSpPr>
          <a:xfrm rot="0">
            <a:off x="12252960" y="7754112"/>
            <a:ext cx="1828800" cy="438912"/>
            <a:chOff x="0" y="0"/>
            <a:chExt cx="2438400" cy="585216"/>
          </a:xfrm>
        </p:grpSpPr>
        <p:sp>
          <p:nvSpPr>
            <p:cNvPr name="Freeform 212" id="212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213" id="213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851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</a:t>
              </a:r>
            </a:p>
          </p:txBody>
        </p:sp>
      </p:grpSp>
      <p:grpSp>
        <p:nvGrpSpPr>
          <p:cNvPr name="Group 214" id="214"/>
          <p:cNvGrpSpPr/>
          <p:nvPr/>
        </p:nvGrpSpPr>
        <p:grpSpPr>
          <a:xfrm rot="0">
            <a:off x="14356080" y="7754112"/>
            <a:ext cx="1828800" cy="438912"/>
            <a:chOff x="0" y="0"/>
            <a:chExt cx="2438400" cy="585216"/>
          </a:xfrm>
        </p:grpSpPr>
        <p:sp>
          <p:nvSpPr>
            <p:cNvPr name="Freeform 215" id="215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216" id="216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851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</a:t>
              </a:r>
            </a:p>
          </p:txBody>
        </p:sp>
      </p:grpSp>
      <p:grpSp>
        <p:nvGrpSpPr>
          <p:cNvPr name="Group 217" id="217"/>
          <p:cNvGrpSpPr/>
          <p:nvPr/>
        </p:nvGrpSpPr>
        <p:grpSpPr>
          <a:xfrm rot="0">
            <a:off x="274320" y="8229600"/>
            <a:ext cx="17739360" cy="548640"/>
            <a:chOff x="0" y="0"/>
            <a:chExt cx="23652480" cy="731520"/>
          </a:xfrm>
        </p:grpSpPr>
        <p:sp>
          <p:nvSpPr>
            <p:cNvPr name="Freeform 218" id="218"/>
            <p:cNvSpPr/>
            <p:nvPr/>
          </p:nvSpPr>
          <p:spPr>
            <a:xfrm flipH="false" flipV="false" rot="0">
              <a:off x="0" y="0"/>
              <a:ext cx="23652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C2333"/>
            </a:solidFill>
          </p:spPr>
        </p:sp>
      </p:grpSp>
      <p:grpSp>
        <p:nvGrpSpPr>
          <p:cNvPr name="Group 219" id="219"/>
          <p:cNvGrpSpPr/>
          <p:nvPr/>
        </p:nvGrpSpPr>
        <p:grpSpPr>
          <a:xfrm rot="0">
            <a:off x="457200" y="8302752"/>
            <a:ext cx="7315200" cy="438912"/>
            <a:chOff x="0" y="0"/>
            <a:chExt cx="9753600" cy="585216"/>
          </a:xfrm>
        </p:grpSpPr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9753600" cy="585216"/>
            </a:xfrm>
            <a:custGeom>
              <a:avLst/>
              <a:gdLst/>
              <a:ahLst/>
              <a:cxnLst/>
              <a:rect r="r" b="b" t="t" l="l"/>
              <a:pathLst>
                <a:path h="58521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221" id="221"/>
            <p:cNvSpPr txBox="true"/>
            <p:nvPr/>
          </p:nvSpPr>
          <p:spPr>
            <a:xfrm>
              <a:off x="0" y="-38100"/>
              <a:ext cx="97536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&amp; Branch Management</a:t>
              </a:r>
            </a:p>
          </p:txBody>
        </p:sp>
      </p:grpSp>
      <p:grpSp>
        <p:nvGrpSpPr>
          <p:cNvPr name="Group 222" id="222"/>
          <p:cNvGrpSpPr/>
          <p:nvPr/>
        </p:nvGrpSpPr>
        <p:grpSpPr>
          <a:xfrm rot="0">
            <a:off x="8046720" y="8302752"/>
            <a:ext cx="1828800" cy="438912"/>
            <a:chOff x="0" y="0"/>
            <a:chExt cx="2438400" cy="585216"/>
          </a:xfrm>
        </p:grpSpPr>
        <p:sp>
          <p:nvSpPr>
            <p:cNvPr name="Freeform 223" id="223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224" id="224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9D3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225" id="225"/>
          <p:cNvGrpSpPr/>
          <p:nvPr/>
        </p:nvGrpSpPr>
        <p:grpSpPr>
          <a:xfrm rot="0">
            <a:off x="10149840" y="8302752"/>
            <a:ext cx="1828800" cy="438912"/>
            <a:chOff x="0" y="0"/>
            <a:chExt cx="2438400" cy="585216"/>
          </a:xfrm>
        </p:grpSpPr>
        <p:sp>
          <p:nvSpPr>
            <p:cNvPr name="Freeform 226" id="226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227" id="227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851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</a:t>
              </a:r>
            </a:p>
          </p:txBody>
        </p:sp>
      </p:grpSp>
      <p:grpSp>
        <p:nvGrpSpPr>
          <p:cNvPr name="Group 228" id="228"/>
          <p:cNvGrpSpPr/>
          <p:nvPr/>
        </p:nvGrpSpPr>
        <p:grpSpPr>
          <a:xfrm rot="0">
            <a:off x="12252960" y="8302752"/>
            <a:ext cx="1828800" cy="438912"/>
            <a:chOff x="0" y="0"/>
            <a:chExt cx="2438400" cy="585216"/>
          </a:xfrm>
        </p:grpSpPr>
        <p:sp>
          <p:nvSpPr>
            <p:cNvPr name="Freeform 229" id="229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230" id="230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851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</a:t>
              </a:r>
            </a:p>
          </p:txBody>
        </p:sp>
      </p:grpSp>
      <p:grpSp>
        <p:nvGrpSpPr>
          <p:cNvPr name="Group 231" id="231"/>
          <p:cNvGrpSpPr/>
          <p:nvPr/>
        </p:nvGrpSpPr>
        <p:grpSpPr>
          <a:xfrm rot="0">
            <a:off x="14356080" y="8302752"/>
            <a:ext cx="1828800" cy="438912"/>
            <a:chOff x="0" y="0"/>
            <a:chExt cx="2438400" cy="585216"/>
          </a:xfrm>
        </p:grpSpPr>
        <p:sp>
          <p:nvSpPr>
            <p:cNvPr name="Freeform 232" id="232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233" id="233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851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</a:t>
              </a:r>
            </a:p>
          </p:txBody>
        </p:sp>
      </p:grpSp>
      <p:grpSp>
        <p:nvGrpSpPr>
          <p:cNvPr name="Group 234" id="234"/>
          <p:cNvGrpSpPr/>
          <p:nvPr/>
        </p:nvGrpSpPr>
        <p:grpSpPr>
          <a:xfrm rot="0">
            <a:off x="274320" y="8778240"/>
            <a:ext cx="17739360" cy="548640"/>
            <a:chOff x="0" y="0"/>
            <a:chExt cx="23652480" cy="731520"/>
          </a:xfrm>
        </p:grpSpPr>
        <p:sp>
          <p:nvSpPr>
            <p:cNvPr name="Freeform 235" id="235"/>
            <p:cNvSpPr/>
            <p:nvPr/>
          </p:nvSpPr>
          <p:spPr>
            <a:xfrm flipH="false" flipV="false" rot="0">
              <a:off x="0" y="0"/>
              <a:ext cx="23652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61B22"/>
            </a:solidFill>
          </p:spPr>
        </p:sp>
      </p:grpSp>
      <p:grpSp>
        <p:nvGrpSpPr>
          <p:cNvPr name="Group 236" id="236"/>
          <p:cNvGrpSpPr/>
          <p:nvPr/>
        </p:nvGrpSpPr>
        <p:grpSpPr>
          <a:xfrm rot="0">
            <a:off x="457200" y="8851392"/>
            <a:ext cx="7315200" cy="438912"/>
            <a:chOff x="0" y="0"/>
            <a:chExt cx="9753600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9753600" cy="585216"/>
            </a:xfrm>
            <a:custGeom>
              <a:avLst/>
              <a:gdLst/>
              <a:ahLst/>
              <a:cxnLst/>
              <a:rect r="r" b="b" t="t" l="l"/>
              <a:pathLst>
                <a:path h="58521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-38100"/>
              <a:ext cx="97536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Audit Logs &amp; Analytics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8046720" y="8851392"/>
            <a:ext cx="1828800" cy="438912"/>
            <a:chOff x="0" y="0"/>
            <a:chExt cx="2438400" cy="58521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9D3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10149840" y="8851392"/>
            <a:ext cx="1828800" cy="438912"/>
            <a:chOff x="0" y="0"/>
            <a:chExt cx="2438400" cy="585216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244" id="244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851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</a:t>
              </a:r>
            </a:p>
          </p:txBody>
        </p:sp>
      </p:grpSp>
      <p:grpSp>
        <p:nvGrpSpPr>
          <p:cNvPr name="Group 245" id="245"/>
          <p:cNvGrpSpPr/>
          <p:nvPr/>
        </p:nvGrpSpPr>
        <p:grpSpPr>
          <a:xfrm rot="0">
            <a:off x="12252960" y="8851392"/>
            <a:ext cx="1828800" cy="438912"/>
            <a:chOff x="0" y="0"/>
            <a:chExt cx="2438400" cy="585216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247" id="247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851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</a:t>
              </a:r>
            </a:p>
          </p:txBody>
        </p:sp>
      </p:grpSp>
      <p:grpSp>
        <p:nvGrpSpPr>
          <p:cNvPr name="Group 248" id="248"/>
          <p:cNvGrpSpPr/>
          <p:nvPr/>
        </p:nvGrpSpPr>
        <p:grpSpPr>
          <a:xfrm rot="0">
            <a:off x="14356080" y="8851392"/>
            <a:ext cx="1828800" cy="438912"/>
            <a:chOff x="0" y="0"/>
            <a:chExt cx="2438400" cy="585216"/>
          </a:xfrm>
        </p:grpSpPr>
        <p:sp>
          <p:nvSpPr>
            <p:cNvPr name="Freeform 249" id="249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250" id="250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851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</a:t>
              </a:r>
            </a:p>
          </p:txBody>
        </p:sp>
      </p:grpSp>
      <p:grpSp>
        <p:nvGrpSpPr>
          <p:cNvPr name="Group 251" id="251"/>
          <p:cNvGrpSpPr/>
          <p:nvPr/>
        </p:nvGrpSpPr>
        <p:grpSpPr>
          <a:xfrm rot="0">
            <a:off x="7948927" y="1493263"/>
            <a:ext cx="12697" cy="9339577"/>
            <a:chOff x="0" y="0"/>
            <a:chExt cx="16929" cy="12452769"/>
          </a:xfrm>
        </p:grpSpPr>
        <p:sp>
          <p:nvSpPr>
            <p:cNvPr name="Freeform 252" id="252"/>
            <p:cNvSpPr/>
            <p:nvPr/>
          </p:nvSpPr>
          <p:spPr>
            <a:xfrm flipH="false" flipV="false" rot="0">
              <a:off x="0" y="8509"/>
              <a:ext cx="16891" cy="12435840"/>
            </a:xfrm>
            <a:custGeom>
              <a:avLst/>
              <a:gdLst/>
              <a:ahLst/>
              <a:cxnLst/>
              <a:rect r="r" b="b" t="t" l="l"/>
              <a:pathLst>
                <a:path h="12435840" w="16891">
                  <a:moveTo>
                    <a:pt x="16891" y="0"/>
                  </a:moveTo>
                  <a:lnTo>
                    <a:pt x="16891" y="12435840"/>
                  </a:lnTo>
                  <a:lnTo>
                    <a:pt x="0" y="12435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253" id="253"/>
          <p:cNvGrpSpPr/>
          <p:nvPr/>
        </p:nvGrpSpPr>
        <p:grpSpPr>
          <a:xfrm rot="0">
            <a:off x="10052047" y="1493263"/>
            <a:ext cx="12697" cy="9339577"/>
            <a:chOff x="0" y="0"/>
            <a:chExt cx="16929" cy="12452769"/>
          </a:xfrm>
        </p:grpSpPr>
        <p:sp>
          <p:nvSpPr>
            <p:cNvPr name="Freeform 254" id="254"/>
            <p:cNvSpPr/>
            <p:nvPr/>
          </p:nvSpPr>
          <p:spPr>
            <a:xfrm flipH="false" flipV="false" rot="0">
              <a:off x="0" y="8509"/>
              <a:ext cx="16891" cy="12435840"/>
            </a:xfrm>
            <a:custGeom>
              <a:avLst/>
              <a:gdLst/>
              <a:ahLst/>
              <a:cxnLst/>
              <a:rect r="r" b="b" t="t" l="l"/>
              <a:pathLst>
                <a:path h="12435840" w="16891">
                  <a:moveTo>
                    <a:pt x="16891" y="0"/>
                  </a:moveTo>
                  <a:lnTo>
                    <a:pt x="16891" y="12435840"/>
                  </a:lnTo>
                  <a:lnTo>
                    <a:pt x="0" y="12435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255" id="255"/>
          <p:cNvGrpSpPr/>
          <p:nvPr/>
        </p:nvGrpSpPr>
        <p:grpSpPr>
          <a:xfrm rot="0">
            <a:off x="12155167" y="1493263"/>
            <a:ext cx="12697" cy="9339577"/>
            <a:chOff x="0" y="0"/>
            <a:chExt cx="16929" cy="12452769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8509"/>
              <a:ext cx="16891" cy="12435840"/>
            </a:xfrm>
            <a:custGeom>
              <a:avLst/>
              <a:gdLst/>
              <a:ahLst/>
              <a:cxnLst/>
              <a:rect r="r" b="b" t="t" l="l"/>
              <a:pathLst>
                <a:path h="12435840" w="16891">
                  <a:moveTo>
                    <a:pt x="16891" y="0"/>
                  </a:moveTo>
                  <a:lnTo>
                    <a:pt x="16891" y="12435840"/>
                  </a:lnTo>
                  <a:lnTo>
                    <a:pt x="0" y="12435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4258287" y="1493263"/>
            <a:ext cx="12697" cy="9339577"/>
            <a:chOff x="0" y="0"/>
            <a:chExt cx="16929" cy="12452769"/>
          </a:xfrm>
        </p:grpSpPr>
        <p:sp>
          <p:nvSpPr>
            <p:cNvPr name="Freeform 258" id="258"/>
            <p:cNvSpPr/>
            <p:nvPr/>
          </p:nvSpPr>
          <p:spPr>
            <a:xfrm flipH="false" flipV="false" rot="0">
              <a:off x="0" y="8509"/>
              <a:ext cx="16891" cy="12435840"/>
            </a:xfrm>
            <a:custGeom>
              <a:avLst/>
              <a:gdLst/>
              <a:ahLst/>
              <a:cxnLst/>
              <a:rect r="r" b="b" t="t" l="l"/>
              <a:pathLst>
                <a:path h="12435840" w="16891">
                  <a:moveTo>
                    <a:pt x="16891" y="0"/>
                  </a:moveTo>
                  <a:lnTo>
                    <a:pt x="16891" y="12435840"/>
                  </a:lnTo>
                  <a:lnTo>
                    <a:pt x="0" y="12435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46304" cy="1316736"/>
            <a:chOff x="0" y="0"/>
            <a:chExt cx="195072" cy="17556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072" cy="1755648"/>
            </a:xfrm>
            <a:custGeom>
              <a:avLst/>
              <a:gdLst/>
              <a:ahLst/>
              <a:cxnLst/>
              <a:rect r="r" b="b" t="t" l="l"/>
              <a:pathLst>
                <a:path h="175564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65760" y="109728"/>
            <a:ext cx="12801600" cy="822960"/>
            <a:chOff x="0" y="0"/>
            <a:chExt cx="1706880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70688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58A6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 — Procurement Workflow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65760" y="877824"/>
            <a:ext cx="16459200" cy="402336"/>
            <a:chOff x="0" y="0"/>
            <a:chExt cx="21945600" cy="5364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7115" r="0" b="-74711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945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Material Indent → Approval → Purchase Order → GRN → Inventory Stock Update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53063" y="2547623"/>
            <a:ext cx="2768603" cy="2951483"/>
            <a:chOff x="0" y="0"/>
            <a:chExt cx="3691471" cy="393531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3657600" cy="3901440"/>
            </a:xfrm>
            <a:custGeom>
              <a:avLst/>
              <a:gdLst/>
              <a:ahLst/>
              <a:cxnLst/>
              <a:rect r="r" b="b" t="t" l="l"/>
              <a:pathLst>
                <a:path h="39014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91382" cy="3935222"/>
            </a:xfrm>
            <a:custGeom>
              <a:avLst/>
              <a:gdLst/>
              <a:ahLst/>
              <a:cxnLst/>
              <a:rect r="r" b="b" t="t" l="l"/>
              <a:pathLst>
                <a:path h="3935222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3918331"/>
                  </a:lnTo>
                  <a:cubicBezTo>
                    <a:pt x="3691382" y="3927729"/>
                    <a:pt x="3683762" y="3935222"/>
                    <a:pt x="3674491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3674491" y="3901440"/>
                  </a:lnTo>
                  <a:lnTo>
                    <a:pt x="3674491" y="3918331"/>
                  </a:lnTo>
                  <a:lnTo>
                    <a:pt x="3657600" y="391833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85149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65760" y="2560320"/>
            <a:ext cx="2743200" cy="548640"/>
            <a:chOff x="0" y="0"/>
            <a:chExt cx="36576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85149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38912" y="2596896"/>
            <a:ext cx="512064" cy="475488"/>
            <a:chOff x="0" y="0"/>
            <a:chExt cx="682752" cy="6339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2752" cy="633984"/>
            </a:xfrm>
            <a:custGeom>
              <a:avLst/>
              <a:gdLst/>
              <a:ahLst/>
              <a:cxnLst/>
              <a:rect r="r" b="b" t="t" l="l"/>
              <a:pathLst>
                <a:path h="633984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9139" t="0" r="-69139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682752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38912" y="3145536"/>
            <a:ext cx="2596896" cy="914400"/>
            <a:chOff x="0" y="0"/>
            <a:chExt cx="3462528" cy="1219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462528" cy="1219200"/>
            </a:xfrm>
            <a:custGeom>
              <a:avLst/>
              <a:gdLst/>
              <a:ahLst/>
              <a:cxnLst/>
              <a:rect r="r" b="b" t="t" l="l"/>
              <a:pathLst>
                <a:path h="1219200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37" r="0" b="-533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462528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6ED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Material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6ED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Indent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57200" y="3487426"/>
            <a:ext cx="2596896" cy="2011680"/>
            <a:chOff x="0" y="0"/>
            <a:chExt cx="3462528" cy="26822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462528" cy="2682240"/>
            </a:xfrm>
            <a:custGeom>
              <a:avLst/>
              <a:gdLst/>
              <a:ahLst/>
              <a:cxnLst/>
              <a:rect r="r" b="b" t="t" l="l"/>
              <a:pathLst>
                <a:path h="2682240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390" t="0" r="-4939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3462528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Branch raises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indentNumber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auto-generated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827783" y="2547623"/>
            <a:ext cx="2768603" cy="2951483"/>
            <a:chOff x="0" y="0"/>
            <a:chExt cx="3691471" cy="393531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3657600" cy="3901440"/>
            </a:xfrm>
            <a:custGeom>
              <a:avLst/>
              <a:gdLst/>
              <a:ahLst/>
              <a:cxnLst/>
              <a:rect r="r" b="b" t="t" l="l"/>
              <a:pathLst>
                <a:path h="39014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691382" cy="3935222"/>
            </a:xfrm>
            <a:custGeom>
              <a:avLst/>
              <a:gdLst/>
              <a:ahLst/>
              <a:cxnLst/>
              <a:rect r="r" b="b" t="t" l="l"/>
              <a:pathLst>
                <a:path h="3935222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3918331"/>
                  </a:lnTo>
                  <a:cubicBezTo>
                    <a:pt x="3691382" y="3927729"/>
                    <a:pt x="3683762" y="3935222"/>
                    <a:pt x="3674491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3674491" y="3901440"/>
                  </a:lnTo>
                  <a:lnTo>
                    <a:pt x="3674491" y="3918331"/>
                  </a:lnTo>
                  <a:lnTo>
                    <a:pt x="3657600" y="391833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3840480" y="2560320"/>
            <a:ext cx="2743200" cy="548640"/>
            <a:chOff x="0" y="0"/>
            <a:chExt cx="365760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3913632" y="2596896"/>
            <a:ext cx="512064" cy="475488"/>
            <a:chOff x="0" y="0"/>
            <a:chExt cx="682752" cy="63398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2752" cy="633984"/>
            </a:xfrm>
            <a:custGeom>
              <a:avLst/>
              <a:gdLst/>
              <a:ahLst/>
              <a:cxnLst/>
              <a:rect r="r" b="b" t="t" l="l"/>
              <a:pathLst>
                <a:path h="633984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9139" t="0" r="-69139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682752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913632" y="3145536"/>
            <a:ext cx="2596896" cy="914400"/>
            <a:chOff x="0" y="0"/>
            <a:chExt cx="3462528" cy="1219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462528" cy="1219200"/>
            </a:xfrm>
            <a:custGeom>
              <a:avLst/>
              <a:gdLst/>
              <a:ahLst/>
              <a:cxnLst/>
              <a:rect r="r" b="b" t="t" l="l"/>
              <a:pathLst>
                <a:path h="1219200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37" r="0" b="-533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462528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6ED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HQ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6ED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Approval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913632" y="4059936"/>
            <a:ext cx="2596896" cy="2011680"/>
            <a:chOff x="0" y="0"/>
            <a:chExt cx="3462528" cy="26822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462528" cy="2682240"/>
            </a:xfrm>
            <a:custGeom>
              <a:avLst/>
              <a:gdLst/>
              <a:ahLst/>
              <a:cxnLst/>
              <a:rect r="r" b="b" t="t" l="l"/>
              <a:pathLst>
                <a:path h="2682240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390" t="0" r="-4939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3462528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PENDING →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APPROVED or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REJECTED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302503" y="2547623"/>
            <a:ext cx="2768603" cy="2951483"/>
            <a:chOff x="0" y="0"/>
            <a:chExt cx="3691471" cy="393531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3657600" cy="3901440"/>
            </a:xfrm>
            <a:custGeom>
              <a:avLst/>
              <a:gdLst/>
              <a:ahLst/>
              <a:cxnLst/>
              <a:rect r="r" b="b" t="t" l="l"/>
              <a:pathLst>
                <a:path h="39014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691382" cy="3935222"/>
            </a:xfrm>
            <a:custGeom>
              <a:avLst/>
              <a:gdLst/>
              <a:ahLst/>
              <a:cxnLst/>
              <a:rect r="r" b="b" t="t" l="l"/>
              <a:pathLst>
                <a:path h="3935222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3918331"/>
                  </a:lnTo>
                  <a:cubicBezTo>
                    <a:pt x="3691382" y="3927729"/>
                    <a:pt x="3683762" y="3935222"/>
                    <a:pt x="3674491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3674491" y="3901440"/>
                  </a:lnTo>
                  <a:lnTo>
                    <a:pt x="3674491" y="3918331"/>
                  </a:lnTo>
                  <a:lnTo>
                    <a:pt x="3657600" y="391833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85149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315200" y="2560320"/>
            <a:ext cx="2743200" cy="548640"/>
            <a:chOff x="0" y="0"/>
            <a:chExt cx="365760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85149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388352" y="2596896"/>
            <a:ext cx="512064" cy="475488"/>
            <a:chOff x="0" y="0"/>
            <a:chExt cx="682752" cy="63398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82752" cy="633984"/>
            </a:xfrm>
            <a:custGeom>
              <a:avLst/>
              <a:gdLst/>
              <a:ahLst/>
              <a:cxnLst/>
              <a:rect r="r" b="b" t="t" l="l"/>
              <a:pathLst>
                <a:path h="633984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9139" t="0" r="-69139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682752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388352" y="3145536"/>
            <a:ext cx="2596896" cy="914400"/>
            <a:chOff x="0" y="0"/>
            <a:chExt cx="3462528" cy="1219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462528" cy="1219200"/>
            </a:xfrm>
            <a:custGeom>
              <a:avLst/>
              <a:gdLst/>
              <a:ahLst/>
              <a:cxnLst/>
              <a:rect r="r" b="b" t="t" l="l"/>
              <a:pathLst>
                <a:path h="1219200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37" r="0" b="-533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3462528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6ED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Purchase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6ED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Order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388352" y="4059936"/>
            <a:ext cx="2596896" cy="2011680"/>
            <a:chOff x="0" y="0"/>
            <a:chExt cx="3462528" cy="26822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462528" cy="2682240"/>
            </a:xfrm>
            <a:custGeom>
              <a:avLst/>
              <a:gdLst/>
              <a:ahLst/>
              <a:cxnLst/>
              <a:rect r="r" b="b" t="t" l="l"/>
              <a:pathLst>
                <a:path h="2682240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390" t="0" r="-49390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3462528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poNumber auto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DRAFT status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link supplier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777223" y="2547623"/>
            <a:ext cx="2768603" cy="2951483"/>
            <a:chOff x="0" y="0"/>
            <a:chExt cx="3691471" cy="393531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3657600" cy="3901440"/>
            </a:xfrm>
            <a:custGeom>
              <a:avLst/>
              <a:gdLst/>
              <a:ahLst/>
              <a:cxnLst/>
              <a:rect r="r" b="b" t="t" l="l"/>
              <a:pathLst>
                <a:path h="39014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691382" cy="3935222"/>
            </a:xfrm>
            <a:custGeom>
              <a:avLst/>
              <a:gdLst/>
              <a:ahLst/>
              <a:cxnLst/>
              <a:rect r="r" b="b" t="t" l="l"/>
              <a:pathLst>
                <a:path h="3935222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3918331"/>
                  </a:lnTo>
                  <a:cubicBezTo>
                    <a:pt x="3691382" y="3927729"/>
                    <a:pt x="3683762" y="3935222"/>
                    <a:pt x="3674491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3674491" y="3901440"/>
                  </a:lnTo>
                  <a:lnTo>
                    <a:pt x="3674491" y="3918331"/>
                  </a:lnTo>
                  <a:lnTo>
                    <a:pt x="3657600" y="391833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0789920" y="2560320"/>
            <a:ext cx="2743200" cy="548640"/>
            <a:chOff x="0" y="0"/>
            <a:chExt cx="3657600" cy="7315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0863072" y="2596896"/>
            <a:ext cx="512064" cy="475488"/>
            <a:chOff x="0" y="0"/>
            <a:chExt cx="682752" cy="63398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82752" cy="633984"/>
            </a:xfrm>
            <a:custGeom>
              <a:avLst/>
              <a:gdLst/>
              <a:ahLst/>
              <a:cxnLst/>
              <a:rect r="r" b="b" t="t" l="l"/>
              <a:pathLst>
                <a:path h="633984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9139" t="0" r="-69139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682752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0863072" y="3145536"/>
            <a:ext cx="2596896" cy="914400"/>
            <a:chOff x="0" y="0"/>
            <a:chExt cx="3462528" cy="12192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462528" cy="1219200"/>
            </a:xfrm>
            <a:custGeom>
              <a:avLst/>
              <a:gdLst/>
              <a:ahLst/>
              <a:cxnLst/>
              <a:rect r="r" b="b" t="t" l="l"/>
              <a:pathLst>
                <a:path h="1219200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37" r="0" b="-5337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3462528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6ED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 Status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6ED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Flow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863072" y="4059936"/>
            <a:ext cx="2596896" cy="2011680"/>
            <a:chOff x="0" y="0"/>
            <a:chExt cx="3462528" cy="26822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462528" cy="2682240"/>
            </a:xfrm>
            <a:custGeom>
              <a:avLst/>
              <a:gdLst/>
              <a:ahLst/>
              <a:cxnLst/>
              <a:rect r="r" b="b" t="t" l="l"/>
              <a:pathLst>
                <a:path h="2682240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390" t="0" r="-49390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3462528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DRAFT→SENT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→APPROVED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→RECEIVED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4251943" y="2547623"/>
            <a:ext cx="2768603" cy="2951483"/>
            <a:chOff x="0" y="0"/>
            <a:chExt cx="3691471" cy="393531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16891" y="16891"/>
              <a:ext cx="3657600" cy="3901440"/>
            </a:xfrm>
            <a:custGeom>
              <a:avLst/>
              <a:gdLst/>
              <a:ahLst/>
              <a:cxnLst/>
              <a:rect r="r" b="b" t="t" l="l"/>
              <a:pathLst>
                <a:path h="39014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691382" cy="3935222"/>
            </a:xfrm>
            <a:custGeom>
              <a:avLst/>
              <a:gdLst/>
              <a:ahLst/>
              <a:cxnLst/>
              <a:rect r="r" b="b" t="t" l="l"/>
              <a:pathLst>
                <a:path h="3935222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3918331"/>
                  </a:lnTo>
                  <a:cubicBezTo>
                    <a:pt x="3691382" y="3927729"/>
                    <a:pt x="3683762" y="3935222"/>
                    <a:pt x="3674491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3674491" y="3901440"/>
                  </a:lnTo>
                  <a:lnTo>
                    <a:pt x="3674491" y="3918331"/>
                  </a:lnTo>
                  <a:lnTo>
                    <a:pt x="3657600" y="391833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85149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4264640" y="2560320"/>
            <a:ext cx="2743200" cy="548640"/>
            <a:chOff x="0" y="0"/>
            <a:chExt cx="3657600" cy="7315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85149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4337792" y="2596896"/>
            <a:ext cx="512064" cy="475488"/>
            <a:chOff x="0" y="0"/>
            <a:chExt cx="682752" cy="63398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82752" cy="633984"/>
            </a:xfrm>
            <a:custGeom>
              <a:avLst/>
              <a:gdLst/>
              <a:ahLst/>
              <a:cxnLst/>
              <a:rect r="r" b="b" t="t" l="l"/>
              <a:pathLst>
                <a:path h="633984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9139" t="0" r="-69139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682752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4337792" y="3145536"/>
            <a:ext cx="2596896" cy="914400"/>
            <a:chOff x="0" y="0"/>
            <a:chExt cx="3462528" cy="12192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462528" cy="1219200"/>
            </a:xfrm>
            <a:custGeom>
              <a:avLst/>
              <a:gdLst/>
              <a:ahLst/>
              <a:cxnLst/>
              <a:rect r="r" b="b" t="t" l="l"/>
              <a:pathLst>
                <a:path h="1219200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37" r="0" b="-5337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3462528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6ED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GRN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6ED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Received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4337792" y="4059936"/>
            <a:ext cx="2596896" cy="2011680"/>
            <a:chOff x="0" y="0"/>
            <a:chExt cx="3462528" cy="26822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462528" cy="2682240"/>
            </a:xfrm>
            <a:custGeom>
              <a:avLst/>
              <a:gdLst/>
              <a:ahLst/>
              <a:cxnLst/>
              <a:rect r="r" b="b" t="t" l="l"/>
              <a:pathLst>
                <a:path h="2682240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390" t="0" r="-49390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3462528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Check qty vs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ordered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quality check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3089910" y="3364230"/>
            <a:ext cx="769620" cy="38100"/>
            <a:chOff x="0" y="0"/>
            <a:chExt cx="1026160" cy="508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25400" y="0"/>
              <a:ext cx="975360" cy="50800"/>
            </a:xfrm>
            <a:custGeom>
              <a:avLst/>
              <a:gdLst/>
              <a:ahLst/>
              <a:cxnLst/>
              <a:rect r="r" b="b" t="t" l="l"/>
              <a:pathLst>
                <a:path h="5080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6564630" y="3547110"/>
            <a:ext cx="769620" cy="38100"/>
            <a:chOff x="0" y="0"/>
            <a:chExt cx="1026160" cy="508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25400" y="0"/>
              <a:ext cx="975360" cy="50800"/>
            </a:xfrm>
            <a:custGeom>
              <a:avLst/>
              <a:gdLst/>
              <a:ahLst/>
              <a:cxnLst/>
              <a:rect r="r" b="b" t="t" l="l"/>
              <a:pathLst>
                <a:path h="5080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0039350" y="3821430"/>
            <a:ext cx="769620" cy="38100"/>
            <a:chOff x="0" y="0"/>
            <a:chExt cx="1026160" cy="508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25400" y="0"/>
              <a:ext cx="975360" cy="50800"/>
            </a:xfrm>
            <a:custGeom>
              <a:avLst/>
              <a:gdLst/>
              <a:ahLst/>
              <a:cxnLst/>
              <a:rect r="r" b="b" t="t" l="l"/>
              <a:pathLst>
                <a:path h="5080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3514070" y="3638550"/>
            <a:ext cx="769620" cy="38100"/>
            <a:chOff x="0" y="0"/>
            <a:chExt cx="1026160" cy="508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25400" y="0"/>
              <a:ext cx="975360" cy="50800"/>
            </a:xfrm>
            <a:custGeom>
              <a:avLst/>
              <a:gdLst/>
              <a:ahLst/>
              <a:cxnLst/>
              <a:rect r="r" b="b" t="t" l="l"/>
              <a:pathLst>
                <a:path h="5080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6388103" y="5839463"/>
            <a:ext cx="5511803" cy="1945643"/>
            <a:chOff x="0" y="0"/>
            <a:chExt cx="7349071" cy="2594191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16891" y="16891"/>
              <a:ext cx="73152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7348982" cy="2594102"/>
            </a:xfrm>
            <a:custGeom>
              <a:avLst/>
              <a:gdLst/>
              <a:ahLst/>
              <a:cxnLst/>
              <a:rect r="r" b="b" t="t" l="l"/>
              <a:pathLst>
                <a:path h="259410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2577211"/>
                  </a:lnTo>
                  <a:cubicBezTo>
                    <a:pt x="7348982" y="2586609"/>
                    <a:pt x="7341362" y="2594102"/>
                    <a:pt x="7332091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7332091" y="2560320"/>
                  </a:lnTo>
                  <a:lnTo>
                    <a:pt x="7332091" y="2577211"/>
                  </a:lnTo>
                  <a:lnTo>
                    <a:pt x="7315200" y="257721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9D353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6400800" y="5852160"/>
            <a:ext cx="5486400" cy="512064"/>
            <a:chOff x="0" y="0"/>
            <a:chExt cx="7315200" cy="68275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731520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39D353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6510528" y="5888736"/>
            <a:ext cx="5303520" cy="438912"/>
            <a:chOff x="0" y="0"/>
            <a:chExt cx="7071360" cy="585216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071360" cy="585216"/>
            </a:xfrm>
            <a:custGeom>
              <a:avLst/>
              <a:gdLst/>
              <a:ahLst/>
              <a:cxnLst/>
              <a:rect r="r" b="b" t="t" l="l"/>
              <a:pathLst>
                <a:path h="585216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444" r="0" b="-185444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70713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6. Inventory Updated (Stock-In)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6583680" y="6437376"/>
            <a:ext cx="5120640" cy="1188720"/>
            <a:chOff x="0" y="0"/>
            <a:chExt cx="6827520" cy="158496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68275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35" r="0" b="-33935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68275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GRN completion → InventoryItem.currentQty += receivedQty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StockTransaction (type: STOCK_IN) created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Supplier rating updated based on delivery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267967" y="8131807"/>
            <a:ext cx="17752057" cy="707641"/>
            <a:chOff x="0" y="0"/>
            <a:chExt cx="23669409" cy="943521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8509" y="8509"/>
              <a:ext cx="23652481" cy="926592"/>
            </a:xfrm>
            <a:custGeom>
              <a:avLst/>
              <a:gdLst/>
              <a:ahLst/>
              <a:cxnLst/>
              <a:rect r="r" b="b" t="t" l="l"/>
              <a:pathLst>
                <a:path h="926592" w="23652481">
                  <a:moveTo>
                    <a:pt x="0" y="0"/>
                  </a:moveTo>
                  <a:lnTo>
                    <a:pt x="23652481" y="0"/>
                  </a:lnTo>
                  <a:lnTo>
                    <a:pt x="23652481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3669498" cy="943610"/>
            </a:xfrm>
            <a:custGeom>
              <a:avLst/>
              <a:gdLst/>
              <a:ahLst/>
              <a:cxnLst/>
              <a:rect r="r" b="b" t="t" l="l"/>
              <a:pathLst>
                <a:path h="943610" w="23669498">
                  <a:moveTo>
                    <a:pt x="8509" y="0"/>
                  </a:moveTo>
                  <a:lnTo>
                    <a:pt x="23660990" y="0"/>
                  </a:lnTo>
                  <a:cubicBezTo>
                    <a:pt x="23665689" y="0"/>
                    <a:pt x="23669498" y="3810"/>
                    <a:pt x="23669498" y="8509"/>
                  </a:cubicBezTo>
                  <a:lnTo>
                    <a:pt x="23669498" y="935101"/>
                  </a:lnTo>
                  <a:cubicBezTo>
                    <a:pt x="23669498" y="939800"/>
                    <a:pt x="23665689" y="943610"/>
                    <a:pt x="23660990" y="943610"/>
                  </a:cubicBezTo>
                  <a:lnTo>
                    <a:pt x="8509" y="943610"/>
                  </a:lnTo>
                  <a:cubicBezTo>
                    <a:pt x="3810" y="943610"/>
                    <a:pt x="0" y="939800"/>
                    <a:pt x="0" y="9351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35101"/>
                  </a:lnTo>
                  <a:lnTo>
                    <a:pt x="8509" y="935101"/>
                  </a:lnTo>
                  <a:lnTo>
                    <a:pt x="8509" y="926592"/>
                  </a:lnTo>
                  <a:lnTo>
                    <a:pt x="23660990" y="926592"/>
                  </a:lnTo>
                  <a:lnTo>
                    <a:pt x="23660990" y="935101"/>
                  </a:lnTo>
                  <a:lnTo>
                    <a:pt x="23652480" y="935101"/>
                  </a:lnTo>
                  <a:lnTo>
                    <a:pt x="23652480" y="8509"/>
                  </a:lnTo>
                  <a:lnTo>
                    <a:pt x="23660990" y="8509"/>
                  </a:lnTo>
                  <a:lnTo>
                    <a:pt x="236609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457200" y="8229600"/>
            <a:ext cx="17373600" cy="512064"/>
            <a:chOff x="0" y="0"/>
            <a:chExt cx="23164800" cy="68275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3164800" cy="682752"/>
            </a:xfrm>
            <a:custGeom>
              <a:avLst/>
              <a:gdLst/>
              <a:ahLst/>
              <a:cxnLst/>
              <a:rect r="r" b="b" t="t" l="l"/>
              <a:pathLst>
                <a:path h="682752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1099" r="0" b="-611099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28575"/>
              <a:ext cx="2316480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Indent: PENDING → APPROVED / REJECTED → FULFILLED   |   PO: DRAFT → SENT → APPROVED → PARTIALLY_RECEIVED → RECEIVED   |   GRN: PENDING → COMPLETE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457200" y="8961120"/>
            <a:ext cx="17373600" cy="548640"/>
            <a:chOff x="0" y="0"/>
            <a:chExt cx="23164800" cy="73152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3164800" cy="731520"/>
            </a:xfrm>
            <a:custGeom>
              <a:avLst/>
              <a:gdLst/>
              <a:ahLst/>
              <a:cxnLst/>
              <a:rect r="r" b="b" t="t" l="l"/>
              <a:pathLst>
                <a:path h="73152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026" r="0" b="-567026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23164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i="true">
                  <a:solidFill>
                    <a:srgbClr val="D2992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💡 Tip: Material Indent is optional — PO can be created directly by Admin. HQ-approved vendors are visible to all branches.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46304" cy="1316736"/>
            <a:chOff x="0" y="0"/>
            <a:chExt cx="195072" cy="17556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072" cy="1755648"/>
            </a:xfrm>
            <a:custGeom>
              <a:avLst/>
              <a:gdLst/>
              <a:ahLst/>
              <a:cxnLst/>
              <a:rect r="r" b="b" t="t" l="l"/>
              <a:pathLst>
                <a:path h="175564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65760" y="109728"/>
            <a:ext cx="12801600" cy="822960"/>
            <a:chOff x="0" y="0"/>
            <a:chExt cx="1706880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70688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58A6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 — Production Flow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65760" y="877824"/>
            <a:ext cx="16459200" cy="402336"/>
            <a:chOff x="0" y="0"/>
            <a:chExt cx="21945600" cy="5364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7115" r="0" b="-74711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945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Recipe selection → Stock preview → Log production → Deduct raw materials → Add finished goods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53063" y="1816103"/>
            <a:ext cx="3042923" cy="2860043"/>
            <a:chOff x="0" y="0"/>
            <a:chExt cx="4057231" cy="38133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4023360" cy="3779520"/>
            </a:xfrm>
            <a:custGeom>
              <a:avLst/>
              <a:gdLst/>
              <a:ahLst/>
              <a:cxnLst/>
              <a:rect r="r" b="b" t="t" l="l"/>
              <a:pathLst>
                <a:path h="37795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57142" cy="3813302"/>
            </a:xfrm>
            <a:custGeom>
              <a:avLst/>
              <a:gdLst/>
              <a:ahLst/>
              <a:cxnLst/>
              <a:rect r="r" b="b" t="t" l="l"/>
              <a:pathLst>
                <a:path h="3813302" w="4057142">
                  <a:moveTo>
                    <a:pt x="16891" y="0"/>
                  </a:moveTo>
                  <a:lnTo>
                    <a:pt x="4040251" y="0"/>
                  </a:lnTo>
                  <a:cubicBezTo>
                    <a:pt x="4049649" y="0"/>
                    <a:pt x="4057142" y="7620"/>
                    <a:pt x="4057142" y="16891"/>
                  </a:cubicBezTo>
                  <a:lnTo>
                    <a:pt x="4057142" y="3796411"/>
                  </a:lnTo>
                  <a:cubicBezTo>
                    <a:pt x="4057142" y="3805809"/>
                    <a:pt x="4049522" y="3813302"/>
                    <a:pt x="4040251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4040251" y="3779520"/>
                  </a:lnTo>
                  <a:lnTo>
                    <a:pt x="4040251" y="3796411"/>
                  </a:lnTo>
                  <a:lnTo>
                    <a:pt x="4023360" y="3796411"/>
                  </a:lnTo>
                  <a:lnTo>
                    <a:pt x="4023360" y="16891"/>
                  </a:lnTo>
                  <a:lnTo>
                    <a:pt x="4040251" y="16891"/>
                  </a:lnTo>
                  <a:lnTo>
                    <a:pt x="4040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65760" y="1828800"/>
            <a:ext cx="3017520" cy="512064"/>
            <a:chOff x="0" y="0"/>
            <a:chExt cx="4023360" cy="6827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23360" cy="682752"/>
            </a:xfrm>
            <a:custGeom>
              <a:avLst/>
              <a:gdLst/>
              <a:ahLst/>
              <a:cxnLst/>
              <a:rect r="r" b="b" t="t" l="l"/>
              <a:pathLst>
                <a:path h="682752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38912" y="1847088"/>
            <a:ext cx="457200" cy="438912"/>
            <a:chOff x="0" y="0"/>
            <a:chExt cx="609600" cy="5852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09600" cy="585216"/>
            </a:xfrm>
            <a:custGeom>
              <a:avLst/>
              <a:gdLst/>
              <a:ahLst/>
              <a:cxnLst/>
              <a:rect r="r" b="b" t="t" l="l"/>
              <a:pathLst>
                <a:path h="585216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171" t="0" r="-73171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6096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38912" y="2377440"/>
            <a:ext cx="2834640" cy="731520"/>
            <a:chOff x="0" y="0"/>
            <a:chExt cx="3779520" cy="975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779520" cy="975360"/>
            </a:xfrm>
            <a:custGeom>
              <a:avLst/>
              <a:gdLst/>
              <a:ahLst/>
              <a:cxnLst/>
              <a:rect r="r" b="b" t="t" l="l"/>
              <a:pathLst>
                <a:path h="9753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7795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6ED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Select Recipe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38912" y="3145536"/>
            <a:ext cx="2834640" cy="1371600"/>
            <a:chOff x="0" y="0"/>
            <a:chExt cx="3779520" cy="1828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7795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082" t="0" r="-1208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377952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Choose recipe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&amp; set servings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 produce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827783" y="1816103"/>
            <a:ext cx="3042923" cy="2860043"/>
            <a:chOff x="0" y="0"/>
            <a:chExt cx="4057231" cy="381339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4023360" cy="3779520"/>
            </a:xfrm>
            <a:custGeom>
              <a:avLst/>
              <a:gdLst/>
              <a:ahLst/>
              <a:cxnLst/>
              <a:rect r="r" b="b" t="t" l="l"/>
              <a:pathLst>
                <a:path h="37795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057142" cy="3813302"/>
            </a:xfrm>
            <a:custGeom>
              <a:avLst/>
              <a:gdLst/>
              <a:ahLst/>
              <a:cxnLst/>
              <a:rect r="r" b="b" t="t" l="l"/>
              <a:pathLst>
                <a:path h="3813302" w="4057142">
                  <a:moveTo>
                    <a:pt x="16891" y="0"/>
                  </a:moveTo>
                  <a:lnTo>
                    <a:pt x="4040251" y="0"/>
                  </a:lnTo>
                  <a:cubicBezTo>
                    <a:pt x="4049649" y="0"/>
                    <a:pt x="4057142" y="7620"/>
                    <a:pt x="4057142" y="16891"/>
                  </a:cubicBezTo>
                  <a:lnTo>
                    <a:pt x="4057142" y="3796411"/>
                  </a:lnTo>
                  <a:cubicBezTo>
                    <a:pt x="4057142" y="3805809"/>
                    <a:pt x="4049522" y="3813302"/>
                    <a:pt x="4040251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4040251" y="3779520"/>
                  </a:lnTo>
                  <a:lnTo>
                    <a:pt x="4040251" y="3796411"/>
                  </a:lnTo>
                  <a:lnTo>
                    <a:pt x="4023360" y="3796411"/>
                  </a:lnTo>
                  <a:lnTo>
                    <a:pt x="4023360" y="16891"/>
                  </a:lnTo>
                  <a:lnTo>
                    <a:pt x="4040251" y="16891"/>
                  </a:lnTo>
                  <a:lnTo>
                    <a:pt x="4040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3840480" y="1828800"/>
            <a:ext cx="3017520" cy="512064"/>
            <a:chOff x="0" y="0"/>
            <a:chExt cx="4023360" cy="6827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023360" cy="682752"/>
            </a:xfrm>
            <a:custGeom>
              <a:avLst/>
              <a:gdLst/>
              <a:ahLst/>
              <a:cxnLst/>
              <a:rect r="r" b="b" t="t" l="l"/>
              <a:pathLst>
                <a:path h="682752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3913632" y="1847088"/>
            <a:ext cx="457200" cy="438912"/>
            <a:chOff x="0" y="0"/>
            <a:chExt cx="609600" cy="5852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09600" cy="585216"/>
            </a:xfrm>
            <a:custGeom>
              <a:avLst/>
              <a:gdLst/>
              <a:ahLst/>
              <a:cxnLst/>
              <a:rect r="r" b="b" t="t" l="l"/>
              <a:pathLst>
                <a:path h="585216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171" t="0" r="-73171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6096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913632" y="2377440"/>
            <a:ext cx="2834640" cy="731520"/>
            <a:chOff x="0" y="0"/>
            <a:chExt cx="3779520" cy="975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779520" cy="975360"/>
            </a:xfrm>
            <a:custGeom>
              <a:avLst/>
              <a:gdLst/>
              <a:ahLst/>
              <a:cxnLst/>
              <a:rect r="r" b="b" t="t" l="l"/>
              <a:pathLst>
                <a:path h="9753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7795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6ED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Preview API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913632" y="3145536"/>
            <a:ext cx="2834640" cy="1371600"/>
            <a:chOff x="0" y="0"/>
            <a:chExt cx="3779520" cy="1828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7795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082" t="0" r="-12082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377952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GET /preview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scales ingredient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qty, checks stock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302503" y="1816103"/>
            <a:ext cx="3042923" cy="2860043"/>
            <a:chOff x="0" y="0"/>
            <a:chExt cx="4057231" cy="381339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4023360" cy="3779520"/>
            </a:xfrm>
            <a:custGeom>
              <a:avLst/>
              <a:gdLst/>
              <a:ahLst/>
              <a:cxnLst/>
              <a:rect r="r" b="b" t="t" l="l"/>
              <a:pathLst>
                <a:path h="37795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057142" cy="3813302"/>
            </a:xfrm>
            <a:custGeom>
              <a:avLst/>
              <a:gdLst/>
              <a:ahLst/>
              <a:cxnLst/>
              <a:rect r="r" b="b" t="t" l="l"/>
              <a:pathLst>
                <a:path h="3813302" w="4057142">
                  <a:moveTo>
                    <a:pt x="16891" y="0"/>
                  </a:moveTo>
                  <a:lnTo>
                    <a:pt x="4040251" y="0"/>
                  </a:lnTo>
                  <a:cubicBezTo>
                    <a:pt x="4049649" y="0"/>
                    <a:pt x="4057142" y="7620"/>
                    <a:pt x="4057142" y="16891"/>
                  </a:cubicBezTo>
                  <a:lnTo>
                    <a:pt x="4057142" y="3796411"/>
                  </a:lnTo>
                  <a:cubicBezTo>
                    <a:pt x="4057142" y="3805809"/>
                    <a:pt x="4049522" y="3813302"/>
                    <a:pt x="4040251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4040251" y="3779520"/>
                  </a:lnTo>
                  <a:lnTo>
                    <a:pt x="4040251" y="3796411"/>
                  </a:lnTo>
                  <a:lnTo>
                    <a:pt x="4023360" y="3796411"/>
                  </a:lnTo>
                  <a:lnTo>
                    <a:pt x="4023360" y="16891"/>
                  </a:lnTo>
                  <a:lnTo>
                    <a:pt x="4040251" y="16891"/>
                  </a:lnTo>
                  <a:lnTo>
                    <a:pt x="4040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315200" y="1828800"/>
            <a:ext cx="3017520" cy="512064"/>
            <a:chOff x="0" y="0"/>
            <a:chExt cx="4023360" cy="6827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023360" cy="682752"/>
            </a:xfrm>
            <a:custGeom>
              <a:avLst/>
              <a:gdLst/>
              <a:ahLst/>
              <a:cxnLst/>
              <a:rect r="r" b="b" t="t" l="l"/>
              <a:pathLst>
                <a:path h="682752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388352" y="1847088"/>
            <a:ext cx="457200" cy="438912"/>
            <a:chOff x="0" y="0"/>
            <a:chExt cx="609600" cy="58521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09600" cy="585216"/>
            </a:xfrm>
            <a:custGeom>
              <a:avLst/>
              <a:gdLst/>
              <a:ahLst/>
              <a:cxnLst/>
              <a:rect r="r" b="b" t="t" l="l"/>
              <a:pathLst>
                <a:path h="585216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171" t="0" r="-73171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6096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388352" y="2377440"/>
            <a:ext cx="2834640" cy="731520"/>
            <a:chOff x="0" y="0"/>
            <a:chExt cx="3779520" cy="9753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779520" cy="975360"/>
            </a:xfrm>
            <a:custGeom>
              <a:avLst/>
              <a:gdLst/>
              <a:ahLst/>
              <a:cxnLst/>
              <a:rect r="r" b="b" t="t" l="l"/>
              <a:pathLst>
                <a:path h="9753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37795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6ED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Sufficient?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388352" y="3145536"/>
            <a:ext cx="2834640" cy="1371600"/>
            <a:chOff x="0" y="0"/>
            <a:chExt cx="3779520" cy="1828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7795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082" t="0" r="-12082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377952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Warn if any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ingredient below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required qty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777223" y="1816103"/>
            <a:ext cx="3042923" cy="2860043"/>
            <a:chOff x="0" y="0"/>
            <a:chExt cx="4057231" cy="381339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4023360" cy="3779520"/>
            </a:xfrm>
            <a:custGeom>
              <a:avLst/>
              <a:gdLst/>
              <a:ahLst/>
              <a:cxnLst/>
              <a:rect r="r" b="b" t="t" l="l"/>
              <a:pathLst>
                <a:path h="37795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057142" cy="3813302"/>
            </a:xfrm>
            <a:custGeom>
              <a:avLst/>
              <a:gdLst/>
              <a:ahLst/>
              <a:cxnLst/>
              <a:rect r="r" b="b" t="t" l="l"/>
              <a:pathLst>
                <a:path h="3813302" w="4057142">
                  <a:moveTo>
                    <a:pt x="16891" y="0"/>
                  </a:moveTo>
                  <a:lnTo>
                    <a:pt x="4040251" y="0"/>
                  </a:lnTo>
                  <a:cubicBezTo>
                    <a:pt x="4049649" y="0"/>
                    <a:pt x="4057142" y="7620"/>
                    <a:pt x="4057142" y="16891"/>
                  </a:cubicBezTo>
                  <a:lnTo>
                    <a:pt x="4057142" y="3796411"/>
                  </a:lnTo>
                  <a:cubicBezTo>
                    <a:pt x="4057142" y="3805809"/>
                    <a:pt x="4049522" y="3813302"/>
                    <a:pt x="4040251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4040251" y="3779520"/>
                  </a:lnTo>
                  <a:lnTo>
                    <a:pt x="4040251" y="3796411"/>
                  </a:lnTo>
                  <a:lnTo>
                    <a:pt x="4023360" y="3796411"/>
                  </a:lnTo>
                  <a:lnTo>
                    <a:pt x="4023360" y="16891"/>
                  </a:lnTo>
                  <a:lnTo>
                    <a:pt x="4040251" y="16891"/>
                  </a:lnTo>
                  <a:lnTo>
                    <a:pt x="4040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0789920" y="1828800"/>
            <a:ext cx="3017520" cy="512064"/>
            <a:chOff x="0" y="0"/>
            <a:chExt cx="4023360" cy="68275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023360" cy="682752"/>
            </a:xfrm>
            <a:custGeom>
              <a:avLst/>
              <a:gdLst/>
              <a:ahLst/>
              <a:cxnLst/>
              <a:rect r="r" b="b" t="t" l="l"/>
              <a:pathLst>
                <a:path h="682752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0863072" y="1847088"/>
            <a:ext cx="457200" cy="438912"/>
            <a:chOff x="0" y="0"/>
            <a:chExt cx="609600" cy="58521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09600" cy="585216"/>
            </a:xfrm>
            <a:custGeom>
              <a:avLst/>
              <a:gdLst/>
              <a:ahLst/>
              <a:cxnLst/>
              <a:rect r="r" b="b" t="t" l="l"/>
              <a:pathLst>
                <a:path h="585216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171" t="0" r="-73171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6096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0863072" y="2377440"/>
            <a:ext cx="2834640" cy="731520"/>
            <a:chOff x="0" y="0"/>
            <a:chExt cx="3779520" cy="9753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779520" cy="975360"/>
            </a:xfrm>
            <a:custGeom>
              <a:avLst/>
              <a:gdLst/>
              <a:ahLst/>
              <a:cxnLst/>
              <a:rect r="r" b="b" t="t" l="l"/>
              <a:pathLst>
                <a:path h="9753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37795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6ED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 Production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863072" y="3145536"/>
            <a:ext cx="2834640" cy="1371600"/>
            <a:chOff x="0" y="0"/>
            <a:chExt cx="3779520" cy="18288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7795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082" t="0" r="-12082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377952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 /log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ProductionLog saved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cost calculated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4251943" y="1816103"/>
            <a:ext cx="3042923" cy="2860043"/>
            <a:chOff x="0" y="0"/>
            <a:chExt cx="4057231" cy="381339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16891" y="16891"/>
              <a:ext cx="4023360" cy="3779520"/>
            </a:xfrm>
            <a:custGeom>
              <a:avLst/>
              <a:gdLst/>
              <a:ahLst/>
              <a:cxnLst/>
              <a:rect r="r" b="b" t="t" l="l"/>
              <a:pathLst>
                <a:path h="37795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057142" cy="3813302"/>
            </a:xfrm>
            <a:custGeom>
              <a:avLst/>
              <a:gdLst/>
              <a:ahLst/>
              <a:cxnLst/>
              <a:rect r="r" b="b" t="t" l="l"/>
              <a:pathLst>
                <a:path h="3813302" w="4057142">
                  <a:moveTo>
                    <a:pt x="16891" y="0"/>
                  </a:moveTo>
                  <a:lnTo>
                    <a:pt x="4040251" y="0"/>
                  </a:lnTo>
                  <a:cubicBezTo>
                    <a:pt x="4049649" y="0"/>
                    <a:pt x="4057142" y="7620"/>
                    <a:pt x="4057142" y="16891"/>
                  </a:cubicBezTo>
                  <a:lnTo>
                    <a:pt x="4057142" y="3796411"/>
                  </a:lnTo>
                  <a:cubicBezTo>
                    <a:pt x="4057142" y="3805809"/>
                    <a:pt x="4049522" y="3813302"/>
                    <a:pt x="4040251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4040251" y="3779520"/>
                  </a:lnTo>
                  <a:lnTo>
                    <a:pt x="4040251" y="3796411"/>
                  </a:lnTo>
                  <a:lnTo>
                    <a:pt x="4023360" y="3796411"/>
                  </a:lnTo>
                  <a:lnTo>
                    <a:pt x="4023360" y="16891"/>
                  </a:lnTo>
                  <a:lnTo>
                    <a:pt x="4040251" y="16891"/>
                  </a:lnTo>
                  <a:lnTo>
                    <a:pt x="4040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9D353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4264640" y="1828800"/>
            <a:ext cx="3017520" cy="512064"/>
            <a:chOff x="0" y="0"/>
            <a:chExt cx="4023360" cy="68275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023360" cy="682752"/>
            </a:xfrm>
            <a:custGeom>
              <a:avLst/>
              <a:gdLst/>
              <a:ahLst/>
              <a:cxnLst/>
              <a:rect r="r" b="b" t="t" l="l"/>
              <a:pathLst>
                <a:path h="682752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39D353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4337792" y="1847088"/>
            <a:ext cx="457200" cy="438912"/>
            <a:chOff x="0" y="0"/>
            <a:chExt cx="609600" cy="58521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09600" cy="585216"/>
            </a:xfrm>
            <a:custGeom>
              <a:avLst/>
              <a:gdLst/>
              <a:ahLst/>
              <a:cxnLst/>
              <a:rect r="r" b="b" t="t" l="l"/>
              <a:pathLst>
                <a:path h="585216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171" t="0" r="-73171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6096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4337792" y="2377440"/>
            <a:ext cx="2834640" cy="731520"/>
            <a:chOff x="0" y="0"/>
            <a:chExt cx="3779520" cy="97536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779520" cy="975360"/>
            </a:xfrm>
            <a:custGeom>
              <a:avLst/>
              <a:gdLst/>
              <a:ahLst/>
              <a:cxnLst/>
              <a:rect r="r" b="b" t="t" l="l"/>
              <a:pathLst>
                <a:path h="9753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37795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6ED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Stock Updated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4337792" y="3145536"/>
            <a:ext cx="2834640" cy="1371600"/>
            <a:chOff x="0" y="0"/>
            <a:chExt cx="3779520" cy="18288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7795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082" t="0" r="-12082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377952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InventoryItem -=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FinishedGood +=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StockTxn created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3364230" y="3236214"/>
            <a:ext cx="495300" cy="38100"/>
            <a:chOff x="0" y="0"/>
            <a:chExt cx="660400" cy="508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25400" y="0"/>
              <a:ext cx="609600" cy="50800"/>
            </a:xfrm>
            <a:custGeom>
              <a:avLst/>
              <a:gdLst/>
              <a:ahLst/>
              <a:cxnLst/>
              <a:rect r="r" b="b" t="t" l="l"/>
              <a:pathLst>
                <a:path h="50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6838950" y="3236214"/>
            <a:ext cx="495300" cy="38100"/>
            <a:chOff x="0" y="0"/>
            <a:chExt cx="660400" cy="508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25400" y="0"/>
              <a:ext cx="609600" cy="50800"/>
            </a:xfrm>
            <a:custGeom>
              <a:avLst/>
              <a:gdLst/>
              <a:ahLst/>
              <a:cxnLst/>
              <a:rect r="r" b="b" t="t" l="l"/>
              <a:pathLst>
                <a:path h="50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0313670" y="3236214"/>
            <a:ext cx="495300" cy="38100"/>
            <a:chOff x="0" y="0"/>
            <a:chExt cx="660400" cy="508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25400" y="0"/>
              <a:ext cx="609600" cy="50800"/>
            </a:xfrm>
            <a:custGeom>
              <a:avLst/>
              <a:gdLst/>
              <a:ahLst/>
              <a:cxnLst/>
              <a:rect r="r" b="b" t="t" l="l"/>
              <a:pathLst>
                <a:path h="50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3788390" y="3236214"/>
            <a:ext cx="495300" cy="38100"/>
            <a:chOff x="0" y="0"/>
            <a:chExt cx="660400" cy="508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25400" y="0"/>
              <a:ext cx="609600" cy="50800"/>
            </a:xfrm>
            <a:custGeom>
              <a:avLst/>
              <a:gdLst/>
              <a:ahLst/>
              <a:cxnLst/>
              <a:rect r="r" b="b" t="t" l="l"/>
              <a:pathLst>
                <a:path h="50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261623" y="5107943"/>
            <a:ext cx="8255003" cy="3683003"/>
            <a:chOff x="0" y="0"/>
            <a:chExt cx="11006671" cy="4910671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16891" y="16891"/>
              <a:ext cx="109728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1006582" cy="4910582"/>
            </a:xfrm>
            <a:custGeom>
              <a:avLst/>
              <a:gdLst/>
              <a:ahLst/>
              <a:cxnLst/>
              <a:rect r="r" b="b" t="t" l="l"/>
              <a:pathLst>
                <a:path h="491058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4893691"/>
                  </a:lnTo>
                  <a:cubicBezTo>
                    <a:pt x="11006582" y="4903089"/>
                    <a:pt x="10998962" y="4910582"/>
                    <a:pt x="1098969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10989691" y="4876800"/>
                  </a:lnTo>
                  <a:lnTo>
                    <a:pt x="10989691" y="4893691"/>
                  </a:lnTo>
                  <a:lnTo>
                    <a:pt x="10972800" y="489369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85149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274320" y="5120640"/>
            <a:ext cx="8229600" cy="512064"/>
            <a:chOff x="0" y="0"/>
            <a:chExt cx="10972800" cy="68275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0972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85149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384048" y="5157216"/>
            <a:ext cx="8046720" cy="438912"/>
            <a:chOff x="0" y="0"/>
            <a:chExt cx="10728960" cy="585216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0728960" cy="585216"/>
            </a:xfrm>
            <a:custGeom>
              <a:avLst/>
              <a:gdLst/>
              <a:ahLst/>
              <a:cxnLst/>
              <a:rect r="r" b="b" t="t" l="l"/>
              <a:pathLst>
                <a:path h="585216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107289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Raw Material Deduction Detail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457200" y="5669280"/>
            <a:ext cx="7863840" cy="2743200"/>
            <a:chOff x="0" y="0"/>
            <a:chExt cx="10485120" cy="36576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4851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57" r="0" b="-5857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10485120" cy="3695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scale = servingsProduced / recipe.baseServings</a:t>
              </a: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E6ED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 each RecipeIngredient:</a:t>
              </a: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required = ri.quantity × scale</a:t>
              </a: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8514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InventoryItem.currentQty -= required</a:t>
              </a: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StockTransaction (PRODUCTION) created</a:t>
              </a: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lineCost = unitCost × required</a:t>
              </a: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299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totalCost = Σ lineCosts   |   costPerServing = totalCost / servingsProduced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8856983" y="5107943"/>
            <a:ext cx="9169403" cy="3683003"/>
            <a:chOff x="0" y="0"/>
            <a:chExt cx="12225871" cy="4910671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16891" y="16891"/>
              <a:ext cx="121920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2225782" cy="4910582"/>
            </a:xfrm>
            <a:custGeom>
              <a:avLst/>
              <a:gdLst/>
              <a:ahLst/>
              <a:cxnLst/>
              <a:rect r="r" b="b" t="t" l="l"/>
              <a:pathLst>
                <a:path h="4910582" w="12225782">
                  <a:moveTo>
                    <a:pt x="16891" y="0"/>
                  </a:moveTo>
                  <a:lnTo>
                    <a:pt x="12208891" y="0"/>
                  </a:lnTo>
                  <a:cubicBezTo>
                    <a:pt x="12218289" y="0"/>
                    <a:pt x="12225782" y="7620"/>
                    <a:pt x="12225782" y="16891"/>
                  </a:cubicBezTo>
                  <a:lnTo>
                    <a:pt x="12225782" y="4893691"/>
                  </a:lnTo>
                  <a:cubicBezTo>
                    <a:pt x="12225782" y="4903089"/>
                    <a:pt x="12218162" y="4910582"/>
                    <a:pt x="1220889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12208891" y="4876800"/>
                  </a:lnTo>
                  <a:lnTo>
                    <a:pt x="12208891" y="4893691"/>
                  </a:lnTo>
                  <a:lnTo>
                    <a:pt x="12192000" y="4893691"/>
                  </a:lnTo>
                  <a:lnTo>
                    <a:pt x="12192000" y="16891"/>
                  </a:lnTo>
                  <a:lnTo>
                    <a:pt x="12208891" y="16891"/>
                  </a:lnTo>
                  <a:lnTo>
                    <a:pt x="12208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9D353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8869680" y="5120640"/>
            <a:ext cx="9144000" cy="512064"/>
            <a:chOff x="0" y="0"/>
            <a:chExt cx="12192000" cy="68275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2192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39D353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8979408" y="5157216"/>
            <a:ext cx="8961120" cy="438912"/>
            <a:chOff x="0" y="0"/>
            <a:chExt cx="11948160" cy="58521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1948160" cy="585216"/>
            </a:xfrm>
            <a:custGeom>
              <a:avLst/>
              <a:gdLst/>
              <a:ahLst/>
              <a:cxnLst/>
              <a:rect r="r" b="b" t="t" l="l"/>
              <a:pathLst>
                <a:path h="585216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7819" r="0" b="-347819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119481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Finished Goods Stock Update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9052560" y="5669280"/>
            <a:ext cx="8778240" cy="2926080"/>
            <a:chOff x="0" y="0"/>
            <a:chExt cx="11704320" cy="390144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1704320" cy="3901440"/>
            </a:xfrm>
            <a:custGeom>
              <a:avLst/>
              <a:gdLst/>
              <a:ahLst/>
              <a:cxnLst/>
              <a:rect r="r" b="b" t="t" l="l"/>
              <a:pathLst>
                <a:path h="390144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11704320" cy="393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E6ED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FinishedGoodStock (recipe × branch):</a:t>
              </a: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9D35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availableServings += servingsProduced</a:t>
              </a: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E6ED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Then on Sales:</a:t>
              </a: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8514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availableServings -= qtySold</a:t>
              </a: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E6ED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 Wastage (finished product):</a:t>
              </a: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299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availableServings -= wastageQty</a:t>
              </a: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WastageRecord + StockTransaction (WASTAGE)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46304" cy="1316736"/>
            <a:chOff x="0" y="0"/>
            <a:chExt cx="195072" cy="17556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072" cy="1755648"/>
            </a:xfrm>
            <a:custGeom>
              <a:avLst/>
              <a:gdLst/>
              <a:ahLst/>
              <a:cxnLst/>
              <a:rect r="r" b="b" t="t" l="l"/>
              <a:pathLst>
                <a:path h="175564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65760" y="109728"/>
            <a:ext cx="12801600" cy="822960"/>
            <a:chOff x="0" y="0"/>
            <a:chExt cx="1706880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70688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58A6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 — Inventory Management Flow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65760" y="877824"/>
            <a:ext cx="16459200" cy="402336"/>
            <a:chOff x="0" y="0"/>
            <a:chExt cx="21945600" cy="5364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7115" r="0" b="-74711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945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5 ways stock can move — In, Out, Transfer, Wastage, Production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388103" y="3644903"/>
            <a:ext cx="5511803" cy="2219963"/>
            <a:chOff x="0" y="0"/>
            <a:chExt cx="7349071" cy="29599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73152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48982" cy="2959862"/>
            </a:xfrm>
            <a:custGeom>
              <a:avLst/>
              <a:gdLst/>
              <a:ahLst/>
              <a:cxnLst/>
              <a:rect r="r" b="b" t="t" l="l"/>
              <a:pathLst>
                <a:path h="295986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2942971"/>
                  </a:lnTo>
                  <a:cubicBezTo>
                    <a:pt x="7348982" y="2952369"/>
                    <a:pt x="7341362" y="2959862"/>
                    <a:pt x="733209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7332091" y="2926080"/>
                  </a:lnTo>
                  <a:lnTo>
                    <a:pt x="7332091" y="2942971"/>
                  </a:lnTo>
                  <a:lnTo>
                    <a:pt x="7315200" y="294297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9D353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400800" y="3657600"/>
            <a:ext cx="5486400" cy="512064"/>
            <a:chOff x="0" y="0"/>
            <a:chExt cx="7315200" cy="6827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0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39D353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510528" y="3694176"/>
            <a:ext cx="5303520" cy="438912"/>
            <a:chOff x="0" y="0"/>
            <a:chExt cx="7071360" cy="5852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71360" cy="585216"/>
            </a:xfrm>
            <a:custGeom>
              <a:avLst/>
              <a:gdLst/>
              <a:ahLst/>
              <a:cxnLst/>
              <a:rect r="r" b="b" t="t" l="l"/>
              <a:pathLst>
                <a:path h="585216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444" r="0" b="-18544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70713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InventoryItem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583680" y="4206240"/>
            <a:ext cx="5120640" cy="1463040"/>
            <a:chOff x="0" y="0"/>
            <a:chExt cx="6827520" cy="1950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275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82752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ingredient_id × branch_id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currentQuantity (running balance)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minStockLevel → triggers LOW alert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53063" y="1633223"/>
            <a:ext cx="3683003" cy="1488443"/>
            <a:chOff x="0" y="0"/>
            <a:chExt cx="4910671" cy="198459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48768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10582" cy="1984502"/>
            </a:xfrm>
            <a:custGeom>
              <a:avLst/>
              <a:gdLst/>
              <a:ahLst/>
              <a:cxnLst/>
              <a:rect r="r" b="b" t="t" l="l"/>
              <a:pathLst>
                <a:path h="1984502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1967611"/>
                  </a:lnTo>
                  <a:cubicBezTo>
                    <a:pt x="4910582" y="1977009"/>
                    <a:pt x="4902962" y="1984502"/>
                    <a:pt x="4893691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4893691" y="1950720"/>
                  </a:lnTo>
                  <a:lnTo>
                    <a:pt x="4893691" y="1967611"/>
                  </a:lnTo>
                  <a:lnTo>
                    <a:pt x="4876800" y="1967611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365760" y="1645920"/>
            <a:ext cx="3657600" cy="402336"/>
            <a:chOff x="0" y="0"/>
            <a:chExt cx="4876800" cy="5364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876800" cy="536448"/>
            </a:xfrm>
            <a:custGeom>
              <a:avLst/>
              <a:gdLst/>
              <a:ahLst/>
              <a:cxnLst/>
              <a:rect r="r" b="b" t="t" l="l"/>
              <a:pathLst>
                <a:path h="53644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12064" y="1682496"/>
            <a:ext cx="3383280" cy="365760"/>
            <a:chOff x="0" y="0"/>
            <a:chExt cx="4511040" cy="4876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11040" cy="487680"/>
            </a:xfrm>
            <a:custGeom>
              <a:avLst/>
              <a:gdLst/>
              <a:ahLst/>
              <a:cxnLst/>
              <a:rect r="r" b="b" t="t" l="l"/>
              <a:pathLst>
                <a:path h="48768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5110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GRN Received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064" y="2084832"/>
            <a:ext cx="3383280" cy="914400"/>
            <a:chOff x="0" y="0"/>
            <a:chExt cx="4511040" cy="1219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5110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94" r="0" b="-2209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51104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ProcurementService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type: STOCK_IN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008120" y="2362200"/>
            <a:ext cx="2407920" cy="3139440"/>
            <a:chOff x="0" y="0"/>
            <a:chExt cx="3210560" cy="41859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4191" y="8001"/>
              <a:ext cx="3202178" cy="4169918"/>
            </a:xfrm>
            <a:custGeom>
              <a:avLst/>
              <a:gdLst/>
              <a:ahLst/>
              <a:cxnLst/>
              <a:rect r="r" b="b" t="t" l="l"/>
              <a:pathLst>
                <a:path h="4169918" w="3202178">
                  <a:moveTo>
                    <a:pt x="32258" y="0"/>
                  </a:moveTo>
                  <a:lnTo>
                    <a:pt x="3202178" y="4145280"/>
                  </a:lnTo>
                  <a:lnTo>
                    <a:pt x="3169920" y="4169918"/>
                  </a:lnTo>
                  <a:lnTo>
                    <a:pt x="0" y="24638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353063" y="3644903"/>
            <a:ext cx="3683003" cy="1488443"/>
            <a:chOff x="0" y="0"/>
            <a:chExt cx="4910671" cy="198459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48768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910582" cy="1984502"/>
            </a:xfrm>
            <a:custGeom>
              <a:avLst/>
              <a:gdLst/>
              <a:ahLst/>
              <a:cxnLst/>
              <a:rect r="r" b="b" t="t" l="l"/>
              <a:pathLst>
                <a:path h="1984502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1967611"/>
                  </a:lnTo>
                  <a:cubicBezTo>
                    <a:pt x="4910582" y="1977009"/>
                    <a:pt x="4902962" y="1984502"/>
                    <a:pt x="4893691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4893691" y="1950720"/>
                  </a:lnTo>
                  <a:lnTo>
                    <a:pt x="4893691" y="1967611"/>
                  </a:lnTo>
                  <a:lnTo>
                    <a:pt x="4876800" y="1967611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365760" y="3657600"/>
            <a:ext cx="3657600" cy="402336"/>
            <a:chOff x="0" y="0"/>
            <a:chExt cx="4876800" cy="53644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876800" cy="536448"/>
            </a:xfrm>
            <a:custGeom>
              <a:avLst/>
              <a:gdLst/>
              <a:ahLst/>
              <a:cxnLst/>
              <a:rect r="r" b="b" t="t" l="l"/>
              <a:pathLst>
                <a:path h="53644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512064" y="3694176"/>
            <a:ext cx="3383280" cy="365760"/>
            <a:chOff x="0" y="0"/>
            <a:chExt cx="4511040" cy="4876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511040" cy="487680"/>
            </a:xfrm>
            <a:custGeom>
              <a:avLst/>
              <a:gdLst/>
              <a:ahLst/>
              <a:cxnLst/>
              <a:rect r="r" b="b" t="t" l="l"/>
              <a:pathLst>
                <a:path h="48768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45110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Manual Stock-In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12064" y="4096512"/>
            <a:ext cx="3383280" cy="914400"/>
            <a:chOff x="0" y="0"/>
            <a:chExt cx="4511040" cy="1219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5110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94" r="0" b="-2209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451104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InventoryController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type: STOCK_IN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008120" y="4373880"/>
            <a:ext cx="2407920" cy="1127760"/>
            <a:chOff x="0" y="0"/>
            <a:chExt cx="3210560" cy="15036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1811" y="1905"/>
              <a:ext cx="3186938" cy="1499997"/>
            </a:xfrm>
            <a:custGeom>
              <a:avLst/>
              <a:gdLst/>
              <a:ahLst/>
              <a:cxnLst/>
              <a:rect r="r" b="b" t="t" l="l"/>
              <a:pathLst>
                <a:path h="1499997" w="3186938">
                  <a:moveTo>
                    <a:pt x="17018" y="0"/>
                  </a:moveTo>
                  <a:lnTo>
                    <a:pt x="3186938" y="1463040"/>
                  </a:lnTo>
                  <a:lnTo>
                    <a:pt x="3169920" y="1499997"/>
                  </a:lnTo>
                  <a:lnTo>
                    <a:pt x="0" y="36830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353063" y="5656583"/>
            <a:ext cx="3683003" cy="1488443"/>
            <a:chOff x="0" y="0"/>
            <a:chExt cx="4910671" cy="198459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48768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910582" cy="1984502"/>
            </a:xfrm>
            <a:custGeom>
              <a:avLst/>
              <a:gdLst/>
              <a:ahLst/>
              <a:cxnLst/>
              <a:rect r="r" b="b" t="t" l="l"/>
              <a:pathLst>
                <a:path h="1984502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1967611"/>
                  </a:lnTo>
                  <a:cubicBezTo>
                    <a:pt x="4910582" y="1977009"/>
                    <a:pt x="4902962" y="1984502"/>
                    <a:pt x="4893691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4893691" y="1950720"/>
                  </a:lnTo>
                  <a:lnTo>
                    <a:pt x="4893691" y="1967611"/>
                  </a:lnTo>
                  <a:lnTo>
                    <a:pt x="4876800" y="1967611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365760" y="5669280"/>
            <a:ext cx="3657600" cy="402336"/>
            <a:chOff x="0" y="0"/>
            <a:chExt cx="4876800" cy="53644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876800" cy="536448"/>
            </a:xfrm>
            <a:custGeom>
              <a:avLst/>
              <a:gdLst/>
              <a:ahLst/>
              <a:cxnLst/>
              <a:rect r="r" b="b" t="t" l="l"/>
              <a:pathLst>
                <a:path h="53644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512064" y="5705856"/>
            <a:ext cx="3383280" cy="365760"/>
            <a:chOff x="0" y="0"/>
            <a:chExt cx="4511040" cy="4876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511040" cy="487680"/>
            </a:xfrm>
            <a:custGeom>
              <a:avLst/>
              <a:gdLst/>
              <a:ahLst/>
              <a:cxnLst/>
              <a:rect r="r" b="b" t="t" l="l"/>
              <a:pathLst>
                <a:path h="48768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45110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Transfer Received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512064" y="6108192"/>
            <a:ext cx="3383280" cy="914400"/>
            <a:chOff x="0" y="0"/>
            <a:chExt cx="4511040" cy="12192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5110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94" r="0" b="-22094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451104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from another branch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type: TRANSFER_IN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3886183" y="1633223"/>
            <a:ext cx="3957323" cy="1488443"/>
            <a:chOff x="0" y="0"/>
            <a:chExt cx="5276431" cy="198459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6891" y="16891"/>
              <a:ext cx="52425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276342" cy="1984502"/>
            </a:xfrm>
            <a:custGeom>
              <a:avLst/>
              <a:gdLst/>
              <a:ahLst/>
              <a:cxnLst/>
              <a:rect r="r" b="b" t="t" l="l"/>
              <a:pathLst>
                <a:path h="1984502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1967611"/>
                  </a:lnTo>
                  <a:cubicBezTo>
                    <a:pt x="5276342" y="1977009"/>
                    <a:pt x="5268722" y="1984502"/>
                    <a:pt x="5259451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5259451" y="1950720"/>
                  </a:lnTo>
                  <a:lnTo>
                    <a:pt x="5259451" y="1967611"/>
                  </a:lnTo>
                  <a:lnTo>
                    <a:pt x="5242560" y="196761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85149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3898880" y="1645920"/>
            <a:ext cx="3931920" cy="402336"/>
            <a:chOff x="0" y="0"/>
            <a:chExt cx="5242560" cy="53644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242560" cy="536448"/>
            </a:xfrm>
            <a:custGeom>
              <a:avLst/>
              <a:gdLst/>
              <a:ahLst/>
              <a:cxnLst/>
              <a:rect r="r" b="b" t="t" l="l"/>
              <a:pathLst>
                <a:path h="536448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85149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4045184" y="1682496"/>
            <a:ext cx="3657600" cy="365760"/>
            <a:chOff x="0" y="0"/>
            <a:chExt cx="4876800" cy="4876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87680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48768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Production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4045184" y="2084832"/>
            <a:ext cx="3657600" cy="914400"/>
            <a:chOff x="0" y="0"/>
            <a:chExt cx="4876800" cy="12192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876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487680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ProductionService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type: PRODUCTION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3886183" y="3644903"/>
            <a:ext cx="3957323" cy="1488443"/>
            <a:chOff x="0" y="0"/>
            <a:chExt cx="5276431" cy="198459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16891" y="16891"/>
              <a:ext cx="52425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276342" cy="1984502"/>
            </a:xfrm>
            <a:custGeom>
              <a:avLst/>
              <a:gdLst/>
              <a:ahLst/>
              <a:cxnLst/>
              <a:rect r="r" b="b" t="t" l="l"/>
              <a:pathLst>
                <a:path h="1984502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1967611"/>
                  </a:lnTo>
                  <a:cubicBezTo>
                    <a:pt x="5276342" y="1977009"/>
                    <a:pt x="5268722" y="1984502"/>
                    <a:pt x="5259451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5259451" y="1950720"/>
                  </a:lnTo>
                  <a:lnTo>
                    <a:pt x="5259451" y="1967611"/>
                  </a:lnTo>
                  <a:lnTo>
                    <a:pt x="5242560" y="196761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85149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3898880" y="3657600"/>
            <a:ext cx="3931920" cy="402336"/>
            <a:chOff x="0" y="0"/>
            <a:chExt cx="5242560" cy="53644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242560" cy="536448"/>
            </a:xfrm>
            <a:custGeom>
              <a:avLst/>
              <a:gdLst/>
              <a:ahLst/>
              <a:cxnLst/>
              <a:rect r="r" b="b" t="t" l="l"/>
              <a:pathLst>
                <a:path h="536448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85149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4045184" y="3694176"/>
            <a:ext cx="3657600" cy="365760"/>
            <a:chOff x="0" y="0"/>
            <a:chExt cx="4876800" cy="4876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87680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48768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Manual Stock-Out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4045184" y="4096512"/>
            <a:ext cx="3657600" cy="914400"/>
            <a:chOff x="0" y="0"/>
            <a:chExt cx="4876800" cy="12192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876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487680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InventoryController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type: STOCK_OUT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3886183" y="5656583"/>
            <a:ext cx="3957323" cy="1488443"/>
            <a:chOff x="0" y="0"/>
            <a:chExt cx="5276431" cy="198459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52425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276342" cy="1984502"/>
            </a:xfrm>
            <a:custGeom>
              <a:avLst/>
              <a:gdLst/>
              <a:ahLst/>
              <a:cxnLst/>
              <a:rect r="r" b="b" t="t" l="l"/>
              <a:pathLst>
                <a:path h="1984502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1967611"/>
                  </a:lnTo>
                  <a:cubicBezTo>
                    <a:pt x="5276342" y="1977009"/>
                    <a:pt x="5268722" y="1984502"/>
                    <a:pt x="5259451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5259451" y="1950720"/>
                  </a:lnTo>
                  <a:lnTo>
                    <a:pt x="5259451" y="1967611"/>
                  </a:lnTo>
                  <a:lnTo>
                    <a:pt x="5242560" y="196761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3898880" y="5669280"/>
            <a:ext cx="3931920" cy="402336"/>
            <a:chOff x="0" y="0"/>
            <a:chExt cx="5242560" cy="53644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242560" cy="536448"/>
            </a:xfrm>
            <a:custGeom>
              <a:avLst/>
              <a:gdLst/>
              <a:ahLst/>
              <a:cxnLst/>
              <a:rect r="r" b="b" t="t" l="l"/>
              <a:pathLst>
                <a:path h="536448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4045184" y="5705856"/>
            <a:ext cx="3657600" cy="365760"/>
            <a:chOff x="0" y="0"/>
            <a:chExt cx="4876800" cy="48768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87680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48768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Wastage Record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4045184" y="6108192"/>
            <a:ext cx="3657600" cy="914400"/>
            <a:chOff x="0" y="0"/>
            <a:chExt cx="4876800" cy="12192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876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487680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InventoryService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type: WASTAGE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1871960" y="4739640"/>
            <a:ext cx="2042160" cy="1676400"/>
            <a:chOff x="0" y="0"/>
            <a:chExt cx="2722880" cy="22352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7493" y="4572"/>
              <a:ext cx="2707894" cy="2226056"/>
            </a:xfrm>
            <a:custGeom>
              <a:avLst/>
              <a:gdLst/>
              <a:ahLst/>
              <a:cxnLst/>
              <a:rect r="r" b="b" t="t" l="l"/>
              <a:pathLst>
                <a:path h="2226056" w="2707894">
                  <a:moveTo>
                    <a:pt x="25654" y="0"/>
                  </a:moveTo>
                  <a:lnTo>
                    <a:pt x="2707894" y="2194560"/>
                  </a:lnTo>
                  <a:lnTo>
                    <a:pt x="2682113" y="2226056"/>
                  </a:lnTo>
                  <a:lnTo>
                    <a:pt x="0" y="31496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6388103" y="7485383"/>
            <a:ext cx="5511803" cy="1488443"/>
            <a:chOff x="0" y="0"/>
            <a:chExt cx="7349071" cy="1984591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16891" y="16891"/>
              <a:ext cx="73152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7348982" cy="1984502"/>
            </a:xfrm>
            <a:custGeom>
              <a:avLst/>
              <a:gdLst/>
              <a:ahLst/>
              <a:cxnLst/>
              <a:rect r="r" b="b" t="t" l="l"/>
              <a:pathLst>
                <a:path h="198450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967611"/>
                  </a:lnTo>
                  <a:cubicBezTo>
                    <a:pt x="7348982" y="1977009"/>
                    <a:pt x="7341362" y="1984502"/>
                    <a:pt x="7332091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7332091" y="1950720"/>
                  </a:lnTo>
                  <a:lnTo>
                    <a:pt x="7332091" y="1967611"/>
                  </a:lnTo>
                  <a:lnTo>
                    <a:pt x="7315200" y="196761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6583680" y="7589520"/>
            <a:ext cx="5120640" cy="512064"/>
            <a:chOff x="0" y="0"/>
            <a:chExt cx="6827520" cy="68275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6827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D299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⚠️  LOW STOCK ALERT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6583680" y="8101584"/>
            <a:ext cx="5120640" cy="768096"/>
            <a:chOff x="0" y="0"/>
            <a:chExt cx="6827520" cy="1024128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6827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682752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currentQty &lt; minStockLevel → Notification created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 badge + /api/notifications endpoint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9131303" y="5839463"/>
            <a:ext cx="25403" cy="1671323"/>
            <a:chOff x="0" y="0"/>
            <a:chExt cx="33871" cy="2228431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17145"/>
              <a:ext cx="33909" cy="2194560"/>
            </a:xfrm>
            <a:custGeom>
              <a:avLst/>
              <a:gdLst/>
              <a:ahLst/>
              <a:cxnLst/>
              <a:rect r="r" b="b" t="t" l="l"/>
              <a:pathLst>
                <a:path h="2194560" w="33909">
                  <a:moveTo>
                    <a:pt x="33909" y="236855"/>
                  </a:moveTo>
                  <a:lnTo>
                    <a:pt x="33909" y="338455"/>
                  </a:lnTo>
                  <a:lnTo>
                    <a:pt x="0" y="338455"/>
                  </a:lnTo>
                  <a:lnTo>
                    <a:pt x="0" y="236855"/>
                  </a:lnTo>
                  <a:close/>
                  <a:moveTo>
                    <a:pt x="0" y="473964"/>
                  </a:moveTo>
                  <a:lnTo>
                    <a:pt x="0" y="575564"/>
                  </a:lnTo>
                  <a:lnTo>
                    <a:pt x="0" y="473964"/>
                  </a:lnTo>
                  <a:close/>
                  <a:moveTo>
                    <a:pt x="0" y="711073"/>
                  </a:moveTo>
                  <a:lnTo>
                    <a:pt x="0" y="812673"/>
                  </a:lnTo>
                  <a:lnTo>
                    <a:pt x="0" y="711073"/>
                  </a:lnTo>
                  <a:close/>
                  <a:moveTo>
                    <a:pt x="33909" y="948055"/>
                  </a:moveTo>
                  <a:lnTo>
                    <a:pt x="33909" y="1049655"/>
                  </a:lnTo>
                  <a:lnTo>
                    <a:pt x="0" y="1049655"/>
                  </a:lnTo>
                  <a:lnTo>
                    <a:pt x="0" y="948055"/>
                  </a:lnTo>
                  <a:close/>
                  <a:moveTo>
                    <a:pt x="0" y="1185164"/>
                  </a:moveTo>
                  <a:lnTo>
                    <a:pt x="0" y="1286764"/>
                  </a:lnTo>
                  <a:lnTo>
                    <a:pt x="0" y="1185164"/>
                  </a:lnTo>
                  <a:close/>
                  <a:moveTo>
                    <a:pt x="0" y="1422273"/>
                  </a:moveTo>
                  <a:lnTo>
                    <a:pt x="0" y="1523873"/>
                  </a:lnTo>
                  <a:lnTo>
                    <a:pt x="0" y="1422273"/>
                  </a:lnTo>
                  <a:close/>
                  <a:moveTo>
                    <a:pt x="0" y="1659382"/>
                  </a:moveTo>
                  <a:lnTo>
                    <a:pt x="0" y="1760982"/>
                  </a:lnTo>
                  <a:lnTo>
                    <a:pt x="0" y="1659382"/>
                  </a:lnTo>
                  <a:close/>
                  <a:moveTo>
                    <a:pt x="0" y="1896491"/>
                  </a:moveTo>
                  <a:lnTo>
                    <a:pt x="0" y="1998091"/>
                  </a:lnTo>
                  <a:lnTo>
                    <a:pt x="0" y="1896491"/>
                  </a:lnTo>
                  <a:close/>
                  <a:moveTo>
                    <a:pt x="0" y="2133600"/>
                  </a:moveTo>
                  <a:lnTo>
                    <a:pt x="0" y="2194560"/>
                  </a:lnTo>
                  <a:lnTo>
                    <a:pt x="0" y="2133600"/>
                  </a:lnTo>
                  <a:close/>
                  <a:moveTo>
                    <a:pt x="0" y="0"/>
                  </a:move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365760" y="9235440"/>
            <a:ext cx="17556480" cy="457200"/>
            <a:chOff x="0" y="0"/>
            <a:chExt cx="23408640" cy="6096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3408639" cy="609600"/>
            </a:xfrm>
            <a:custGeom>
              <a:avLst/>
              <a:gdLst/>
              <a:ahLst/>
              <a:cxnLst/>
              <a:rect r="r" b="b" t="t" l="l"/>
              <a:pathLst>
                <a:path h="609600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8225" r="0" b="-698225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234086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i="true">
                  <a:solidFill>
                    <a:srgbClr val="8B949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Every change creates a StockTransaction record maintaining a complete running balance ledger per ingredient per branch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46304" cy="1316736"/>
            <a:chOff x="0" y="0"/>
            <a:chExt cx="195072" cy="17556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072" cy="1755648"/>
            </a:xfrm>
            <a:custGeom>
              <a:avLst/>
              <a:gdLst/>
              <a:ahLst/>
              <a:cxnLst/>
              <a:rect r="r" b="b" t="t" l="l"/>
              <a:pathLst>
                <a:path h="175564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65760" y="109728"/>
            <a:ext cx="12801600" cy="822960"/>
            <a:chOff x="0" y="0"/>
            <a:chExt cx="1706880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70688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58A6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 &amp; 10 — Meal Planning + Sales Flow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65760" y="877824"/>
            <a:ext cx="16459200" cy="402336"/>
            <a:chOff x="0" y="0"/>
            <a:chExt cx="21945600" cy="5364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7115" r="0" b="-74711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945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HQ meal plan → ingredient forecast → push to branches | Sales entry → finished goods → CRM loyalty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61623" y="1486919"/>
            <a:ext cx="17764763" cy="482603"/>
            <a:chOff x="0" y="0"/>
            <a:chExt cx="23686351" cy="6434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23652480" cy="609600"/>
            </a:xfrm>
            <a:custGeom>
              <a:avLst/>
              <a:gdLst/>
              <a:ahLst/>
              <a:cxnLst/>
              <a:rect r="r" b="b" t="t" l="l"/>
              <a:pathLst>
                <a:path h="60960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686263" cy="643384"/>
            </a:xfrm>
            <a:custGeom>
              <a:avLst/>
              <a:gdLst/>
              <a:ahLst/>
              <a:cxnLst/>
              <a:rect r="r" b="b" t="t" l="l"/>
              <a:pathLst>
                <a:path h="643384" w="23686263">
                  <a:moveTo>
                    <a:pt x="16891" y="0"/>
                  </a:moveTo>
                  <a:lnTo>
                    <a:pt x="23669371" y="0"/>
                  </a:lnTo>
                  <a:cubicBezTo>
                    <a:pt x="23678769" y="0"/>
                    <a:pt x="23686263" y="7620"/>
                    <a:pt x="23686263" y="16891"/>
                  </a:cubicBezTo>
                  <a:lnTo>
                    <a:pt x="23686263" y="626491"/>
                  </a:lnTo>
                  <a:cubicBezTo>
                    <a:pt x="23686263" y="635889"/>
                    <a:pt x="23678643" y="643382"/>
                    <a:pt x="23669371" y="643382"/>
                  </a:cubicBezTo>
                  <a:lnTo>
                    <a:pt x="16891" y="643382"/>
                  </a:lnTo>
                  <a:cubicBezTo>
                    <a:pt x="7620" y="643509"/>
                    <a:pt x="0" y="635889"/>
                    <a:pt x="0" y="626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16891" y="609600"/>
                  </a:lnTo>
                  <a:lnTo>
                    <a:pt x="23669371" y="609600"/>
                  </a:lnTo>
                  <a:lnTo>
                    <a:pt x="23669371" y="626491"/>
                  </a:lnTo>
                  <a:lnTo>
                    <a:pt x="23652480" y="626491"/>
                  </a:lnTo>
                  <a:lnTo>
                    <a:pt x="23652480" y="16891"/>
                  </a:lnTo>
                  <a:lnTo>
                    <a:pt x="23669371" y="16891"/>
                  </a:lnTo>
                  <a:lnTo>
                    <a:pt x="23669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57200" y="1536192"/>
            <a:ext cx="3657600" cy="365760"/>
            <a:chOff x="0" y="0"/>
            <a:chExt cx="4876800" cy="4876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7680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8768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BC8C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MEAL PLANNING FLOW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53063" y="1998983"/>
            <a:ext cx="3134363" cy="2219963"/>
            <a:chOff x="0" y="0"/>
            <a:chExt cx="4179151" cy="295995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41452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79062" cy="2959862"/>
            </a:xfrm>
            <a:custGeom>
              <a:avLst/>
              <a:gdLst/>
              <a:ahLst/>
              <a:cxnLst/>
              <a:rect r="r" b="b" t="t" l="l"/>
              <a:pathLst>
                <a:path h="2959862" w="417906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2942971"/>
                  </a:lnTo>
                  <a:cubicBezTo>
                    <a:pt x="4179062" y="2952369"/>
                    <a:pt x="4171442" y="2959862"/>
                    <a:pt x="416217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4162171" y="2926080"/>
                  </a:lnTo>
                  <a:lnTo>
                    <a:pt x="4162171" y="2942971"/>
                  </a:lnTo>
                  <a:lnTo>
                    <a:pt x="4145280" y="2942971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65760" y="2011680"/>
            <a:ext cx="3108960" cy="438912"/>
            <a:chOff x="0" y="0"/>
            <a:chExt cx="4145280" cy="5852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45280" cy="585216"/>
            </a:xfrm>
            <a:custGeom>
              <a:avLst/>
              <a:gdLst/>
              <a:ahLst/>
              <a:cxnLst/>
              <a:rect r="r" b="b" t="t" l="l"/>
              <a:pathLst>
                <a:path h="585216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75488" y="2048256"/>
            <a:ext cx="2889504" cy="365760"/>
            <a:chOff x="0" y="0"/>
            <a:chExt cx="3852672" cy="4876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52672" cy="487680"/>
            </a:xfrm>
            <a:custGeom>
              <a:avLst/>
              <a:gdLst/>
              <a:ahLst/>
              <a:cxnLst/>
              <a:rect r="r" b="b" t="t" l="l"/>
              <a:pathLst>
                <a:path h="487680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931" r="0" b="-10393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385267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 Create Plan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75488" y="2487168"/>
            <a:ext cx="2889504" cy="1554480"/>
            <a:chOff x="0" y="0"/>
            <a:chExt cx="3852672" cy="2072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852672" cy="2072640"/>
            </a:xfrm>
            <a:custGeom>
              <a:avLst/>
              <a:gdLst/>
              <a:ahLst/>
              <a:cxnLst/>
              <a:rect r="r" b="b" t="t" l="l"/>
              <a:pathLst>
                <a:path h="2072640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024" t="0" r="-19024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852672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planName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weekNum+year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DRAFT status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919223" y="1998983"/>
            <a:ext cx="3134363" cy="2219963"/>
            <a:chOff x="0" y="0"/>
            <a:chExt cx="4179151" cy="295995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6891" y="16891"/>
              <a:ext cx="41452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179062" cy="2959862"/>
            </a:xfrm>
            <a:custGeom>
              <a:avLst/>
              <a:gdLst/>
              <a:ahLst/>
              <a:cxnLst/>
              <a:rect r="r" b="b" t="t" l="l"/>
              <a:pathLst>
                <a:path h="2959862" w="417906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2942971"/>
                  </a:lnTo>
                  <a:cubicBezTo>
                    <a:pt x="4179062" y="2952369"/>
                    <a:pt x="4171442" y="2959862"/>
                    <a:pt x="416217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4162171" y="2926080"/>
                  </a:lnTo>
                  <a:lnTo>
                    <a:pt x="4162171" y="2942971"/>
                  </a:lnTo>
                  <a:lnTo>
                    <a:pt x="4145280" y="2942971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3931920" y="2011680"/>
            <a:ext cx="3108960" cy="438912"/>
            <a:chOff x="0" y="0"/>
            <a:chExt cx="4145280" cy="58521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145280" cy="585216"/>
            </a:xfrm>
            <a:custGeom>
              <a:avLst/>
              <a:gdLst/>
              <a:ahLst/>
              <a:cxnLst/>
              <a:rect r="r" b="b" t="t" l="l"/>
              <a:pathLst>
                <a:path h="585216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4041648" y="2048256"/>
            <a:ext cx="2889504" cy="365760"/>
            <a:chOff x="0" y="0"/>
            <a:chExt cx="3852672" cy="4876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852672" cy="487680"/>
            </a:xfrm>
            <a:custGeom>
              <a:avLst/>
              <a:gdLst/>
              <a:ahLst/>
              <a:cxnLst/>
              <a:rect r="r" b="b" t="t" l="l"/>
              <a:pathLst>
                <a:path h="487680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931" r="0" b="-10393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85267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 Add Items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041648" y="2487168"/>
            <a:ext cx="2889504" cy="1554480"/>
            <a:chOff x="0" y="0"/>
            <a:chExt cx="3852672" cy="2072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852672" cy="2072640"/>
            </a:xfrm>
            <a:custGeom>
              <a:avLst/>
              <a:gdLst/>
              <a:ahLst/>
              <a:cxnLst/>
              <a:rect r="r" b="b" t="t" l="l"/>
              <a:pathLst>
                <a:path h="2072640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024" t="0" r="-19024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3852672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recipe, day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mealType, expected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covers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485383" y="1998983"/>
            <a:ext cx="3134363" cy="2219963"/>
            <a:chOff x="0" y="0"/>
            <a:chExt cx="4179151" cy="295995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41452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179062" cy="2959862"/>
            </a:xfrm>
            <a:custGeom>
              <a:avLst/>
              <a:gdLst/>
              <a:ahLst/>
              <a:cxnLst/>
              <a:rect r="r" b="b" t="t" l="l"/>
              <a:pathLst>
                <a:path h="2959862" w="417906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2942971"/>
                  </a:lnTo>
                  <a:cubicBezTo>
                    <a:pt x="4179062" y="2952369"/>
                    <a:pt x="4171442" y="2959862"/>
                    <a:pt x="416217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4162171" y="2926080"/>
                  </a:lnTo>
                  <a:lnTo>
                    <a:pt x="4162171" y="2942971"/>
                  </a:lnTo>
                  <a:lnTo>
                    <a:pt x="4145280" y="2942971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9D353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498080" y="2011680"/>
            <a:ext cx="3108960" cy="438912"/>
            <a:chOff x="0" y="0"/>
            <a:chExt cx="4145280" cy="58521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145280" cy="585216"/>
            </a:xfrm>
            <a:custGeom>
              <a:avLst/>
              <a:gdLst/>
              <a:ahLst/>
              <a:cxnLst/>
              <a:rect r="r" b="b" t="t" l="l"/>
              <a:pathLst>
                <a:path h="585216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39D353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607808" y="2048256"/>
            <a:ext cx="2889504" cy="365760"/>
            <a:chOff x="0" y="0"/>
            <a:chExt cx="3852672" cy="4876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852672" cy="487680"/>
            </a:xfrm>
            <a:custGeom>
              <a:avLst/>
              <a:gdLst/>
              <a:ahLst/>
              <a:cxnLst/>
              <a:rect r="r" b="b" t="t" l="l"/>
              <a:pathLst>
                <a:path h="487680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931" r="0" b="-10393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385267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 Forecast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607808" y="2487168"/>
            <a:ext cx="2889504" cy="1554480"/>
            <a:chOff x="0" y="0"/>
            <a:chExt cx="3852672" cy="2072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852672" cy="2072640"/>
            </a:xfrm>
            <a:custGeom>
              <a:avLst/>
              <a:gdLst/>
              <a:ahLst/>
              <a:cxnLst/>
              <a:rect r="r" b="b" t="t" l="l"/>
              <a:pathLst>
                <a:path h="2072640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024" t="0" r="-19024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3852672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Ingredient qty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needed vs stock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available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051543" y="1998983"/>
            <a:ext cx="3134363" cy="2219963"/>
            <a:chOff x="0" y="0"/>
            <a:chExt cx="4179151" cy="295995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6891" y="16891"/>
              <a:ext cx="41452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179062" cy="2959862"/>
            </a:xfrm>
            <a:custGeom>
              <a:avLst/>
              <a:gdLst/>
              <a:ahLst/>
              <a:cxnLst/>
              <a:rect r="r" b="b" t="t" l="l"/>
              <a:pathLst>
                <a:path h="2959862" w="417906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2942971"/>
                  </a:lnTo>
                  <a:cubicBezTo>
                    <a:pt x="4179062" y="2952369"/>
                    <a:pt x="4171442" y="2959862"/>
                    <a:pt x="416217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4162171" y="2926080"/>
                  </a:lnTo>
                  <a:lnTo>
                    <a:pt x="4162171" y="2942971"/>
                  </a:lnTo>
                  <a:lnTo>
                    <a:pt x="4145280" y="2942971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1064240" y="2011680"/>
            <a:ext cx="3108960" cy="438912"/>
            <a:chOff x="0" y="0"/>
            <a:chExt cx="4145280" cy="58521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145280" cy="585216"/>
            </a:xfrm>
            <a:custGeom>
              <a:avLst/>
              <a:gdLst/>
              <a:ahLst/>
              <a:cxnLst/>
              <a:rect r="r" b="b" t="t" l="l"/>
              <a:pathLst>
                <a:path h="585216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1173968" y="2048256"/>
            <a:ext cx="2889504" cy="365760"/>
            <a:chOff x="0" y="0"/>
            <a:chExt cx="3852672" cy="4876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852672" cy="487680"/>
            </a:xfrm>
            <a:custGeom>
              <a:avLst/>
              <a:gdLst/>
              <a:ahLst/>
              <a:cxnLst/>
              <a:rect r="r" b="b" t="t" l="l"/>
              <a:pathLst>
                <a:path h="487680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931" r="0" b="-10393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385267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 Set Active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1173968" y="2487168"/>
            <a:ext cx="2889504" cy="1554480"/>
            <a:chOff x="0" y="0"/>
            <a:chExt cx="3852672" cy="2072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852672" cy="2072640"/>
            </a:xfrm>
            <a:custGeom>
              <a:avLst/>
              <a:gdLst/>
              <a:ahLst/>
              <a:cxnLst/>
              <a:rect r="r" b="b" t="t" l="l"/>
              <a:pathLst>
                <a:path h="2072640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024" t="0" r="-19024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3852672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Status → ACTIVE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visible to branch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staff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4617703" y="1998983"/>
            <a:ext cx="3134363" cy="2219963"/>
            <a:chOff x="0" y="0"/>
            <a:chExt cx="4179151" cy="295995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6891" y="16891"/>
              <a:ext cx="41452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179062" cy="2959862"/>
            </a:xfrm>
            <a:custGeom>
              <a:avLst/>
              <a:gdLst/>
              <a:ahLst/>
              <a:cxnLst/>
              <a:rect r="r" b="b" t="t" l="l"/>
              <a:pathLst>
                <a:path h="2959862" w="417906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2942971"/>
                  </a:lnTo>
                  <a:cubicBezTo>
                    <a:pt x="4179062" y="2952369"/>
                    <a:pt x="4171442" y="2959862"/>
                    <a:pt x="416217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4162171" y="2926080"/>
                  </a:lnTo>
                  <a:lnTo>
                    <a:pt x="4162171" y="2942971"/>
                  </a:lnTo>
                  <a:lnTo>
                    <a:pt x="4145280" y="2942971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4630400" y="2011680"/>
            <a:ext cx="3108960" cy="438912"/>
            <a:chOff x="0" y="0"/>
            <a:chExt cx="4145280" cy="58521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145280" cy="585216"/>
            </a:xfrm>
            <a:custGeom>
              <a:avLst/>
              <a:gdLst/>
              <a:ahLst/>
              <a:cxnLst/>
              <a:rect r="r" b="b" t="t" l="l"/>
              <a:pathLst>
                <a:path h="585216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4740128" y="2048256"/>
            <a:ext cx="2889504" cy="365760"/>
            <a:chOff x="0" y="0"/>
            <a:chExt cx="3852672" cy="4876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852672" cy="487680"/>
            </a:xfrm>
            <a:custGeom>
              <a:avLst/>
              <a:gdLst/>
              <a:ahLst/>
              <a:cxnLst/>
              <a:rect r="r" b="b" t="t" l="l"/>
              <a:pathLst>
                <a:path h="487680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931" r="0" b="-10393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385267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5. Push 🔒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4740128" y="2487168"/>
            <a:ext cx="2889504" cy="1554480"/>
            <a:chOff x="0" y="0"/>
            <a:chExt cx="3852672" cy="2072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852672" cy="2072640"/>
            </a:xfrm>
            <a:custGeom>
              <a:avLst/>
              <a:gdLst/>
              <a:ahLst/>
              <a:cxnLst/>
              <a:rect r="r" b="b" t="t" l="l"/>
              <a:pathLst>
                <a:path h="2072640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024" t="0" r="-19024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3852672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ADMIN only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copies plan to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branch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3459480" y="3093720"/>
            <a:ext cx="487680" cy="30480"/>
            <a:chOff x="0" y="0"/>
            <a:chExt cx="650240" cy="406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20320" y="0"/>
              <a:ext cx="609600" cy="40640"/>
            </a:xfrm>
            <a:custGeom>
              <a:avLst/>
              <a:gdLst/>
              <a:ahLst/>
              <a:cxnLst/>
              <a:rect r="r" b="b" t="t" l="l"/>
              <a:pathLst>
                <a:path h="4064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40640"/>
                  </a:lnTo>
                  <a:lnTo>
                    <a:pt x="0" y="40640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7025640" y="3093720"/>
            <a:ext cx="487680" cy="30480"/>
            <a:chOff x="0" y="0"/>
            <a:chExt cx="650240" cy="406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20320" y="0"/>
              <a:ext cx="609600" cy="40640"/>
            </a:xfrm>
            <a:custGeom>
              <a:avLst/>
              <a:gdLst/>
              <a:ahLst/>
              <a:cxnLst/>
              <a:rect r="r" b="b" t="t" l="l"/>
              <a:pathLst>
                <a:path h="4064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40640"/>
                  </a:lnTo>
                  <a:lnTo>
                    <a:pt x="0" y="40640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0591800" y="3093720"/>
            <a:ext cx="487680" cy="30480"/>
            <a:chOff x="0" y="0"/>
            <a:chExt cx="650240" cy="406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20320" y="0"/>
              <a:ext cx="609600" cy="40640"/>
            </a:xfrm>
            <a:custGeom>
              <a:avLst/>
              <a:gdLst/>
              <a:ahLst/>
              <a:cxnLst/>
              <a:rect r="r" b="b" t="t" l="l"/>
              <a:pathLst>
                <a:path h="4064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40640"/>
                  </a:lnTo>
                  <a:lnTo>
                    <a:pt x="0" y="40640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4157960" y="3093720"/>
            <a:ext cx="487680" cy="30480"/>
            <a:chOff x="0" y="0"/>
            <a:chExt cx="650240" cy="406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20320" y="0"/>
              <a:ext cx="609600" cy="40640"/>
            </a:xfrm>
            <a:custGeom>
              <a:avLst/>
              <a:gdLst/>
              <a:ahLst/>
              <a:cxnLst/>
              <a:rect r="r" b="b" t="t" l="l"/>
              <a:pathLst>
                <a:path h="4064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40640"/>
                  </a:lnTo>
                  <a:lnTo>
                    <a:pt x="0" y="40640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261623" y="4559303"/>
            <a:ext cx="17764763" cy="482603"/>
            <a:chOff x="0" y="0"/>
            <a:chExt cx="23686351" cy="64347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16891" y="16891"/>
              <a:ext cx="23652480" cy="609600"/>
            </a:xfrm>
            <a:custGeom>
              <a:avLst/>
              <a:gdLst/>
              <a:ahLst/>
              <a:cxnLst/>
              <a:rect r="r" b="b" t="t" l="l"/>
              <a:pathLst>
                <a:path h="60960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3686263" cy="643384"/>
            </a:xfrm>
            <a:custGeom>
              <a:avLst/>
              <a:gdLst/>
              <a:ahLst/>
              <a:cxnLst/>
              <a:rect r="r" b="b" t="t" l="l"/>
              <a:pathLst>
                <a:path h="643384" w="23686263">
                  <a:moveTo>
                    <a:pt x="16891" y="0"/>
                  </a:moveTo>
                  <a:lnTo>
                    <a:pt x="23669371" y="0"/>
                  </a:lnTo>
                  <a:cubicBezTo>
                    <a:pt x="23678769" y="0"/>
                    <a:pt x="23686263" y="7620"/>
                    <a:pt x="23686263" y="16891"/>
                  </a:cubicBezTo>
                  <a:lnTo>
                    <a:pt x="23686263" y="626491"/>
                  </a:lnTo>
                  <a:cubicBezTo>
                    <a:pt x="23686263" y="635889"/>
                    <a:pt x="23678643" y="643382"/>
                    <a:pt x="23669371" y="643382"/>
                  </a:cubicBezTo>
                  <a:lnTo>
                    <a:pt x="16891" y="643382"/>
                  </a:lnTo>
                  <a:cubicBezTo>
                    <a:pt x="7620" y="643509"/>
                    <a:pt x="0" y="635889"/>
                    <a:pt x="0" y="626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16891" y="609600"/>
                  </a:lnTo>
                  <a:lnTo>
                    <a:pt x="23669371" y="609600"/>
                  </a:lnTo>
                  <a:lnTo>
                    <a:pt x="23669371" y="626491"/>
                  </a:lnTo>
                  <a:lnTo>
                    <a:pt x="23652480" y="626491"/>
                  </a:lnTo>
                  <a:lnTo>
                    <a:pt x="23652480" y="16891"/>
                  </a:lnTo>
                  <a:lnTo>
                    <a:pt x="23669371" y="16891"/>
                  </a:lnTo>
                  <a:lnTo>
                    <a:pt x="23669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457200" y="4608576"/>
            <a:ext cx="3657600" cy="365760"/>
            <a:chOff x="0" y="0"/>
            <a:chExt cx="4876800" cy="48768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87680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48768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58A6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SALES FLOW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353063" y="5107943"/>
            <a:ext cx="3134363" cy="2219963"/>
            <a:chOff x="0" y="0"/>
            <a:chExt cx="4179151" cy="2959951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16891" y="16891"/>
              <a:ext cx="41452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179062" cy="2959862"/>
            </a:xfrm>
            <a:custGeom>
              <a:avLst/>
              <a:gdLst/>
              <a:ahLst/>
              <a:cxnLst/>
              <a:rect r="r" b="b" t="t" l="l"/>
              <a:pathLst>
                <a:path h="2959862" w="417906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2942971"/>
                  </a:lnTo>
                  <a:cubicBezTo>
                    <a:pt x="4179062" y="2952369"/>
                    <a:pt x="4171442" y="2959862"/>
                    <a:pt x="416217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4162171" y="2926080"/>
                  </a:lnTo>
                  <a:lnTo>
                    <a:pt x="4162171" y="2942971"/>
                  </a:lnTo>
                  <a:lnTo>
                    <a:pt x="4145280" y="2942971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365760" y="5120640"/>
            <a:ext cx="3108960" cy="438912"/>
            <a:chOff x="0" y="0"/>
            <a:chExt cx="4145280" cy="58521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145280" cy="585216"/>
            </a:xfrm>
            <a:custGeom>
              <a:avLst/>
              <a:gdLst/>
              <a:ahLst/>
              <a:cxnLst/>
              <a:rect r="r" b="b" t="t" l="l"/>
              <a:pathLst>
                <a:path h="585216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475488" y="5157216"/>
            <a:ext cx="2889504" cy="365760"/>
            <a:chOff x="0" y="0"/>
            <a:chExt cx="3852672" cy="48768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852672" cy="487680"/>
            </a:xfrm>
            <a:custGeom>
              <a:avLst/>
              <a:gdLst/>
              <a:ahLst/>
              <a:cxnLst/>
              <a:rect r="r" b="b" t="t" l="l"/>
              <a:pathLst>
                <a:path h="487680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931" r="0" b="-103931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385267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 Daily Entry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475488" y="5596128"/>
            <a:ext cx="2889504" cy="1554480"/>
            <a:chOff x="0" y="0"/>
            <a:chExt cx="3852672" cy="207264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852672" cy="2072640"/>
            </a:xfrm>
            <a:custGeom>
              <a:avLst/>
              <a:gdLst/>
              <a:ahLst/>
              <a:cxnLst/>
              <a:rect r="r" b="b" t="t" l="l"/>
              <a:pathLst>
                <a:path h="2072640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024" t="0" r="-19024" b="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3852672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recipe, qty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price, branch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optional customer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3919223" y="5107943"/>
            <a:ext cx="3134363" cy="2219963"/>
            <a:chOff x="0" y="0"/>
            <a:chExt cx="4179151" cy="2959951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16891" y="16891"/>
              <a:ext cx="41452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179062" cy="2959862"/>
            </a:xfrm>
            <a:custGeom>
              <a:avLst/>
              <a:gdLst/>
              <a:ahLst/>
              <a:cxnLst/>
              <a:rect r="r" b="b" t="t" l="l"/>
              <a:pathLst>
                <a:path h="2959862" w="417906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2942971"/>
                  </a:lnTo>
                  <a:cubicBezTo>
                    <a:pt x="4179062" y="2952369"/>
                    <a:pt x="4171442" y="2959862"/>
                    <a:pt x="416217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4162171" y="2926080"/>
                  </a:lnTo>
                  <a:lnTo>
                    <a:pt x="4162171" y="2942971"/>
                  </a:lnTo>
                  <a:lnTo>
                    <a:pt x="4145280" y="2942971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3931920" y="5120640"/>
            <a:ext cx="3108960" cy="438912"/>
            <a:chOff x="0" y="0"/>
            <a:chExt cx="4145280" cy="585216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145280" cy="585216"/>
            </a:xfrm>
            <a:custGeom>
              <a:avLst/>
              <a:gdLst/>
              <a:ahLst/>
              <a:cxnLst/>
              <a:rect r="r" b="b" t="t" l="l"/>
              <a:pathLst>
                <a:path h="585216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4041648" y="5157216"/>
            <a:ext cx="2889504" cy="365760"/>
            <a:chOff x="0" y="0"/>
            <a:chExt cx="3852672" cy="48768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852672" cy="487680"/>
            </a:xfrm>
            <a:custGeom>
              <a:avLst/>
              <a:gdLst/>
              <a:ahLst/>
              <a:cxnLst/>
              <a:rect r="r" b="b" t="t" l="l"/>
              <a:pathLst>
                <a:path h="487680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931" r="0" b="-1039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385267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 SalesEntry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4041648" y="5596128"/>
            <a:ext cx="2889504" cy="1554480"/>
            <a:chOff x="0" y="0"/>
            <a:chExt cx="3852672" cy="207264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852672" cy="2072640"/>
            </a:xfrm>
            <a:custGeom>
              <a:avLst/>
              <a:gdLst/>
              <a:ahLst/>
              <a:cxnLst/>
              <a:rect r="r" b="b" t="t" l="l"/>
              <a:pathLst>
                <a:path h="2072640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024" t="0" r="-19024" b="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3852672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saved to DB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saleDate, shift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branch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7485383" y="5107943"/>
            <a:ext cx="3134363" cy="2219963"/>
            <a:chOff x="0" y="0"/>
            <a:chExt cx="4179151" cy="2959951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6891" y="16891"/>
              <a:ext cx="41452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4179062" cy="2959862"/>
            </a:xfrm>
            <a:custGeom>
              <a:avLst/>
              <a:gdLst/>
              <a:ahLst/>
              <a:cxnLst/>
              <a:rect r="r" b="b" t="t" l="l"/>
              <a:pathLst>
                <a:path h="2959862" w="417906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2942971"/>
                  </a:lnTo>
                  <a:cubicBezTo>
                    <a:pt x="4179062" y="2952369"/>
                    <a:pt x="4171442" y="2959862"/>
                    <a:pt x="416217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4162171" y="2926080"/>
                  </a:lnTo>
                  <a:lnTo>
                    <a:pt x="4162171" y="2942971"/>
                  </a:lnTo>
                  <a:lnTo>
                    <a:pt x="4145280" y="2942971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9D353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7498080" y="5120640"/>
            <a:ext cx="3108960" cy="438912"/>
            <a:chOff x="0" y="0"/>
            <a:chExt cx="4145280" cy="585216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145280" cy="585216"/>
            </a:xfrm>
            <a:custGeom>
              <a:avLst/>
              <a:gdLst/>
              <a:ahLst/>
              <a:cxnLst/>
              <a:rect r="r" b="b" t="t" l="l"/>
              <a:pathLst>
                <a:path h="585216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39D353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7607808" y="5157216"/>
            <a:ext cx="2889504" cy="365760"/>
            <a:chOff x="0" y="0"/>
            <a:chExt cx="3852672" cy="48768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3852672" cy="487680"/>
            </a:xfrm>
            <a:custGeom>
              <a:avLst/>
              <a:gdLst/>
              <a:ahLst/>
              <a:cxnLst/>
              <a:rect r="r" b="b" t="t" l="l"/>
              <a:pathLst>
                <a:path h="487680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931" r="0" b="-103931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385267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 FG Deducted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7607808" y="5596128"/>
            <a:ext cx="2889504" cy="1554480"/>
            <a:chOff x="0" y="0"/>
            <a:chExt cx="3852672" cy="207264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3852672" cy="2072640"/>
            </a:xfrm>
            <a:custGeom>
              <a:avLst/>
              <a:gdLst/>
              <a:ahLst/>
              <a:cxnLst/>
              <a:rect r="r" b="b" t="t" l="l"/>
              <a:pathLst>
                <a:path h="2072640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024" t="0" r="-19024" b="0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38100"/>
              <a:ext cx="3852672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availableServings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-= qty sold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1051543" y="5107943"/>
            <a:ext cx="3134363" cy="2219963"/>
            <a:chOff x="0" y="0"/>
            <a:chExt cx="4179151" cy="2959951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16891" y="16891"/>
              <a:ext cx="41452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4179062" cy="2959862"/>
            </a:xfrm>
            <a:custGeom>
              <a:avLst/>
              <a:gdLst/>
              <a:ahLst/>
              <a:cxnLst/>
              <a:rect r="r" b="b" t="t" l="l"/>
              <a:pathLst>
                <a:path h="2959862" w="417906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2942971"/>
                  </a:lnTo>
                  <a:cubicBezTo>
                    <a:pt x="4179062" y="2952369"/>
                    <a:pt x="4171442" y="2959862"/>
                    <a:pt x="416217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4162171" y="2926080"/>
                  </a:lnTo>
                  <a:lnTo>
                    <a:pt x="4162171" y="2942971"/>
                  </a:lnTo>
                  <a:lnTo>
                    <a:pt x="4145280" y="2942971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1064240" y="5120640"/>
            <a:ext cx="3108960" cy="438912"/>
            <a:chOff x="0" y="0"/>
            <a:chExt cx="4145280" cy="58521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4145280" cy="585216"/>
            </a:xfrm>
            <a:custGeom>
              <a:avLst/>
              <a:gdLst/>
              <a:ahLst/>
              <a:cxnLst/>
              <a:rect r="r" b="b" t="t" l="l"/>
              <a:pathLst>
                <a:path h="585216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11173968" y="5157216"/>
            <a:ext cx="2889504" cy="365760"/>
            <a:chOff x="0" y="0"/>
            <a:chExt cx="3852672" cy="48768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3852672" cy="487680"/>
            </a:xfrm>
            <a:custGeom>
              <a:avLst/>
              <a:gdLst/>
              <a:ahLst/>
              <a:cxnLst/>
              <a:rect r="r" b="b" t="t" l="l"/>
              <a:pathLst>
                <a:path h="487680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931" r="0" b="-103931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38100"/>
              <a:ext cx="385267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 Revenue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1173968" y="5596128"/>
            <a:ext cx="2889504" cy="1554480"/>
            <a:chOff x="0" y="0"/>
            <a:chExt cx="3852672" cy="207264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3852672" cy="2072640"/>
            </a:xfrm>
            <a:custGeom>
              <a:avLst/>
              <a:gdLst/>
              <a:ahLst/>
              <a:cxnLst/>
              <a:rect r="r" b="b" t="t" l="l"/>
              <a:pathLst>
                <a:path h="2072640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024" t="0" r="-19024" b="0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38100"/>
              <a:ext cx="3852672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totalPrice calc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Analytics feed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Reports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4617703" y="5107943"/>
            <a:ext cx="3134363" cy="2219963"/>
            <a:chOff x="0" y="0"/>
            <a:chExt cx="4179151" cy="2959951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16891" y="16891"/>
              <a:ext cx="41452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4179062" cy="2959862"/>
            </a:xfrm>
            <a:custGeom>
              <a:avLst/>
              <a:gdLst/>
              <a:ahLst/>
              <a:cxnLst/>
              <a:rect r="r" b="b" t="t" l="l"/>
              <a:pathLst>
                <a:path h="2959862" w="417906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2942971"/>
                  </a:lnTo>
                  <a:cubicBezTo>
                    <a:pt x="4179062" y="2952369"/>
                    <a:pt x="4171442" y="2959862"/>
                    <a:pt x="416217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4162171" y="2926080"/>
                  </a:lnTo>
                  <a:lnTo>
                    <a:pt x="4162171" y="2942971"/>
                  </a:lnTo>
                  <a:lnTo>
                    <a:pt x="4145280" y="2942971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14630400" y="5120640"/>
            <a:ext cx="3108960" cy="438912"/>
            <a:chOff x="0" y="0"/>
            <a:chExt cx="4145280" cy="58521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4145280" cy="585216"/>
            </a:xfrm>
            <a:custGeom>
              <a:avLst/>
              <a:gdLst/>
              <a:ahLst/>
              <a:cxnLst/>
              <a:rect r="r" b="b" t="t" l="l"/>
              <a:pathLst>
                <a:path h="585216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14740128" y="5157216"/>
            <a:ext cx="2889504" cy="365760"/>
            <a:chOff x="0" y="0"/>
            <a:chExt cx="3852672" cy="48768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3852672" cy="487680"/>
            </a:xfrm>
            <a:custGeom>
              <a:avLst/>
              <a:gdLst/>
              <a:ahLst/>
              <a:cxnLst/>
              <a:rect r="r" b="b" t="t" l="l"/>
              <a:pathLst>
                <a:path h="487680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931" r="0" b="-103931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385267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5. CRM Update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4740128" y="5596128"/>
            <a:ext cx="2889504" cy="1554480"/>
            <a:chOff x="0" y="0"/>
            <a:chExt cx="3852672" cy="207264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3852672" cy="2072640"/>
            </a:xfrm>
            <a:custGeom>
              <a:avLst/>
              <a:gdLst/>
              <a:ahLst/>
              <a:cxnLst/>
              <a:rect r="r" b="b" t="t" l="l"/>
              <a:pathLst>
                <a:path h="2072640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024" t="0" r="-19024" b="0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3852672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loyaltyPoints+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totalSpend+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tier upgrade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3459480" y="6202680"/>
            <a:ext cx="487680" cy="30480"/>
            <a:chOff x="0" y="0"/>
            <a:chExt cx="650240" cy="406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20320" y="0"/>
              <a:ext cx="609600" cy="40640"/>
            </a:xfrm>
            <a:custGeom>
              <a:avLst/>
              <a:gdLst/>
              <a:ahLst/>
              <a:cxnLst/>
              <a:rect r="r" b="b" t="t" l="l"/>
              <a:pathLst>
                <a:path h="4064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40640"/>
                  </a:lnTo>
                  <a:lnTo>
                    <a:pt x="0" y="40640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7025640" y="6202680"/>
            <a:ext cx="487680" cy="30480"/>
            <a:chOff x="0" y="0"/>
            <a:chExt cx="650240" cy="4064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20320" y="0"/>
              <a:ext cx="609600" cy="40640"/>
            </a:xfrm>
            <a:custGeom>
              <a:avLst/>
              <a:gdLst/>
              <a:ahLst/>
              <a:cxnLst/>
              <a:rect r="r" b="b" t="t" l="l"/>
              <a:pathLst>
                <a:path h="4064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40640"/>
                  </a:lnTo>
                  <a:lnTo>
                    <a:pt x="0" y="40640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10591800" y="6202680"/>
            <a:ext cx="487680" cy="30480"/>
            <a:chOff x="0" y="0"/>
            <a:chExt cx="650240" cy="4064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20320" y="0"/>
              <a:ext cx="609600" cy="40640"/>
            </a:xfrm>
            <a:custGeom>
              <a:avLst/>
              <a:gdLst/>
              <a:ahLst/>
              <a:cxnLst/>
              <a:rect r="r" b="b" t="t" l="l"/>
              <a:pathLst>
                <a:path h="4064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40640"/>
                  </a:lnTo>
                  <a:lnTo>
                    <a:pt x="0" y="40640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14157960" y="6202680"/>
            <a:ext cx="487680" cy="30480"/>
            <a:chOff x="0" y="0"/>
            <a:chExt cx="650240" cy="406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20320" y="0"/>
              <a:ext cx="609600" cy="40640"/>
            </a:xfrm>
            <a:custGeom>
              <a:avLst/>
              <a:gdLst/>
              <a:ahLst/>
              <a:cxnLst/>
              <a:rect r="r" b="b" t="t" l="l"/>
              <a:pathLst>
                <a:path h="4064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40640"/>
                  </a:lnTo>
                  <a:lnTo>
                    <a:pt x="0" y="40640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261623" y="7668263"/>
            <a:ext cx="17764763" cy="1397003"/>
            <a:chOff x="0" y="0"/>
            <a:chExt cx="23686351" cy="1862671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16891" y="16891"/>
              <a:ext cx="23652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23686263" cy="1862582"/>
            </a:xfrm>
            <a:custGeom>
              <a:avLst/>
              <a:gdLst/>
              <a:ahLst/>
              <a:cxnLst/>
              <a:rect r="r" b="b" t="t" l="l"/>
              <a:pathLst>
                <a:path h="1862582" w="23686263">
                  <a:moveTo>
                    <a:pt x="16891" y="0"/>
                  </a:moveTo>
                  <a:lnTo>
                    <a:pt x="23669371" y="0"/>
                  </a:lnTo>
                  <a:cubicBezTo>
                    <a:pt x="23678769" y="0"/>
                    <a:pt x="23686263" y="7620"/>
                    <a:pt x="23686263" y="16891"/>
                  </a:cubicBezTo>
                  <a:lnTo>
                    <a:pt x="23686263" y="1845691"/>
                  </a:lnTo>
                  <a:cubicBezTo>
                    <a:pt x="23686263" y="1855089"/>
                    <a:pt x="23678643" y="1862582"/>
                    <a:pt x="2366937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3669371" y="1828800"/>
                  </a:lnTo>
                  <a:lnTo>
                    <a:pt x="23669371" y="1845691"/>
                  </a:lnTo>
                  <a:lnTo>
                    <a:pt x="23652480" y="1845691"/>
                  </a:lnTo>
                  <a:lnTo>
                    <a:pt x="23652480" y="16891"/>
                  </a:lnTo>
                  <a:lnTo>
                    <a:pt x="23669371" y="16891"/>
                  </a:lnTo>
                  <a:lnTo>
                    <a:pt x="23669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457200" y="7772400"/>
            <a:ext cx="3291840" cy="457200"/>
            <a:chOff x="0" y="0"/>
            <a:chExt cx="4389120" cy="609600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4389120" cy="609600"/>
            </a:xfrm>
            <a:custGeom>
              <a:avLst/>
              <a:gdLst/>
              <a:ahLst/>
              <a:cxnLst/>
              <a:rect r="r" b="b" t="t" l="l"/>
              <a:pathLst>
                <a:path h="6096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-38100"/>
              <a:ext cx="43891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D299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Customer Loyalty Tiers:</a:t>
              </a:r>
            </a:p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3827783" y="7704839"/>
            <a:ext cx="4048763" cy="1086107"/>
            <a:chOff x="0" y="0"/>
            <a:chExt cx="5398351" cy="1448143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16891" y="16891"/>
              <a:ext cx="53644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5398262" cy="1448054"/>
            </a:xfrm>
            <a:custGeom>
              <a:avLst/>
              <a:gdLst/>
              <a:ahLst/>
              <a:cxnLst/>
              <a:rect r="r" b="b" t="t" l="l"/>
              <a:pathLst>
                <a:path h="1448054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431163"/>
                  </a:lnTo>
                  <a:cubicBezTo>
                    <a:pt x="5398262" y="1440561"/>
                    <a:pt x="5390642" y="1448054"/>
                    <a:pt x="5381371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5381371" y="1414272"/>
                  </a:lnTo>
                  <a:lnTo>
                    <a:pt x="5381371" y="1431163"/>
                  </a:lnTo>
                  <a:lnTo>
                    <a:pt x="5364480" y="1431163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3986784" y="7772400"/>
            <a:ext cx="3657600" cy="475488"/>
            <a:chOff x="0" y="0"/>
            <a:chExt cx="4876800" cy="633984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4876800" cy="633984"/>
            </a:xfrm>
            <a:custGeom>
              <a:avLst/>
              <a:gdLst/>
              <a:ahLst/>
              <a:cxnLst/>
              <a:rect r="r" b="b" t="t" l="l"/>
              <a:pathLst>
                <a:path h="633984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84" r="0" b="-99884"/>
              </a:stretch>
            </a:blip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-47625"/>
              <a:ext cx="48768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088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BRONZE</a:t>
              </a:r>
            </a:p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3986784" y="8266176"/>
            <a:ext cx="3657600" cy="402336"/>
            <a:chOff x="0" y="0"/>
            <a:chExt cx="4876800" cy="536448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4876800" cy="536448"/>
            </a:xfrm>
            <a:custGeom>
              <a:avLst/>
              <a:gdLst/>
              <a:ahLst/>
              <a:cxnLst/>
              <a:rect r="r" b="b" t="t" l="l"/>
              <a:pathLst>
                <a:path h="53644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-38100"/>
              <a:ext cx="48768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 – 499 pts</a:t>
              </a:r>
            </a:p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8399783" y="7704839"/>
            <a:ext cx="4048763" cy="1086107"/>
            <a:chOff x="0" y="0"/>
            <a:chExt cx="5398351" cy="1448143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16891" y="16891"/>
              <a:ext cx="53644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5398262" cy="1448054"/>
            </a:xfrm>
            <a:custGeom>
              <a:avLst/>
              <a:gdLst/>
              <a:ahLst/>
              <a:cxnLst/>
              <a:rect r="r" b="b" t="t" l="l"/>
              <a:pathLst>
                <a:path h="1448054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431163"/>
                  </a:lnTo>
                  <a:cubicBezTo>
                    <a:pt x="5398262" y="1440561"/>
                    <a:pt x="5390642" y="1448054"/>
                    <a:pt x="5381371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5381371" y="1414272"/>
                  </a:lnTo>
                  <a:lnTo>
                    <a:pt x="5381371" y="1431163"/>
                  </a:lnTo>
                  <a:lnTo>
                    <a:pt x="5364480" y="1431163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8558784" y="7772400"/>
            <a:ext cx="3657600" cy="475488"/>
            <a:chOff x="0" y="0"/>
            <a:chExt cx="4876800" cy="633984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4876800" cy="633984"/>
            </a:xfrm>
            <a:custGeom>
              <a:avLst/>
              <a:gdLst/>
              <a:ahLst/>
              <a:cxnLst/>
              <a:rect r="r" b="b" t="t" l="l"/>
              <a:pathLst>
                <a:path h="633984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84" r="0" b="-99884"/>
              </a:stretch>
            </a:blipFill>
          </p:spPr>
        </p:sp>
        <p:sp>
          <p:nvSpPr>
            <p:cNvPr name="TextBox 171" id="171"/>
            <p:cNvSpPr txBox="true"/>
            <p:nvPr/>
          </p:nvSpPr>
          <p:spPr>
            <a:xfrm>
              <a:off x="0" y="-47625"/>
              <a:ext cx="48768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8B949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SILVER</a:t>
              </a:r>
            </a:p>
          </p:txBody>
        </p:sp>
      </p:grpSp>
      <p:grpSp>
        <p:nvGrpSpPr>
          <p:cNvPr name="Group 172" id="172"/>
          <p:cNvGrpSpPr/>
          <p:nvPr/>
        </p:nvGrpSpPr>
        <p:grpSpPr>
          <a:xfrm rot="0">
            <a:off x="8558784" y="8266176"/>
            <a:ext cx="3657600" cy="402336"/>
            <a:chOff x="0" y="0"/>
            <a:chExt cx="4876800" cy="536448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4876800" cy="536448"/>
            </a:xfrm>
            <a:custGeom>
              <a:avLst/>
              <a:gdLst/>
              <a:ahLst/>
              <a:cxnLst/>
              <a:rect r="r" b="b" t="t" l="l"/>
              <a:pathLst>
                <a:path h="53644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174" id="174"/>
            <p:cNvSpPr txBox="true"/>
            <p:nvPr/>
          </p:nvSpPr>
          <p:spPr>
            <a:xfrm>
              <a:off x="0" y="-38100"/>
              <a:ext cx="48768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500 – 999 pts</a:t>
              </a:r>
            </a:p>
          </p:txBody>
        </p:sp>
      </p:grpSp>
      <p:grpSp>
        <p:nvGrpSpPr>
          <p:cNvPr name="Group 175" id="175"/>
          <p:cNvGrpSpPr/>
          <p:nvPr/>
        </p:nvGrpSpPr>
        <p:grpSpPr>
          <a:xfrm rot="0">
            <a:off x="12971783" y="7704839"/>
            <a:ext cx="4048763" cy="1086107"/>
            <a:chOff x="0" y="0"/>
            <a:chExt cx="5398351" cy="1448143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16891" y="16891"/>
              <a:ext cx="53644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5398262" cy="1448054"/>
            </a:xfrm>
            <a:custGeom>
              <a:avLst/>
              <a:gdLst/>
              <a:ahLst/>
              <a:cxnLst/>
              <a:rect r="r" b="b" t="t" l="l"/>
              <a:pathLst>
                <a:path h="1448054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431163"/>
                  </a:lnTo>
                  <a:cubicBezTo>
                    <a:pt x="5398262" y="1440561"/>
                    <a:pt x="5390642" y="1448054"/>
                    <a:pt x="5381371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5381371" y="1414272"/>
                  </a:lnTo>
                  <a:lnTo>
                    <a:pt x="5381371" y="1431163"/>
                  </a:lnTo>
                  <a:lnTo>
                    <a:pt x="5364480" y="1431163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13130784" y="7772400"/>
            <a:ext cx="3657600" cy="475488"/>
            <a:chOff x="0" y="0"/>
            <a:chExt cx="4876800" cy="633984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4876800" cy="633984"/>
            </a:xfrm>
            <a:custGeom>
              <a:avLst/>
              <a:gdLst/>
              <a:ahLst/>
              <a:cxnLst/>
              <a:rect r="r" b="b" t="t" l="l"/>
              <a:pathLst>
                <a:path h="633984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84" r="0" b="-99884"/>
              </a:stretch>
            </a:blipFill>
          </p:spPr>
        </p:sp>
        <p:sp>
          <p:nvSpPr>
            <p:cNvPr name="TextBox 180" id="180"/>
            <p:cNvSpPr txBox="true"/>
            <p:nvPr/>
          </p:nvSpPr>
          <p:spPr>
            <a:xfrm>
              <a:off x="0" y="-47625"/>
              <a:ext cx="48768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D299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GOLD</a:t>
              </a:r>
            </a:p>
          </p:txBody>
        </p:sp>
      </p:grpSp>
      <p:grpSp>
        <p:nvGrpSpPr>
          <p:cNvPr name="Group 181" id="181"/>
          <p:cNvGrpSpPr/>
          <p:nvPr/>
        </p:nvGrpSpPr>
        <p:grpSpPr>
          <a:xfrm rot="0">
            <a:off x="13130784" y="8266176"/>
            <a:ext cx="3657600" cy="402336"/>
            <a:chOff x="0" y="0"/>
            <a:chExt cx="4876800" cy="536448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4876800" cy="536448"/>
            </a:xfrm>
            <a:custGeom>
              <a:avLst/>
              <a:gdLst/>
              <a:ahLst/>
              <a:cxnLst/>
              <a:rect r="r" b="b" t="t" l="l"/>
              <a:pathLst>
                <a:path h="53644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183" id="183"/>
            <p:cNvSpPr txBox="true"/>
            <p:nvPr/>
          </p:nvSpPr>
          <p:spPr>
            <a:xfrm>
              <a:off x="0" y="-38100"/>
              <a:ext cx="48768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1000+ pts</a:t>
              </a:r>
            </a:p>
          </p:txBody>
        </p:sp>
      </p:grpSp>
      <p:grpSp>
        <p:nvGrpSpPr>
          <p:cNvPr name="Group 184" id="184"/>
          <p:cNvGrpSpPr/>
          <p:nvPr/>
        </p:nvGrpSpPr>
        <p:grpSpPr>
          <a:xfrm rot="0">
            <a:off x="457200" y="9015984"/>
            <a:ext cx="17373600" cy="329184"/>
            <a:chOff x="0" y="0"/>
            <a:chExt cx="23164800" cy="438912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23164800" cy="438912"/>
            </a:xfrm>
            <a:custGeom>
              <a:avLst/>
              <a:gdLst/>
              <a:ahLst/>
              <a:cxnLst/>
              <a:rect r="r" b="b" t="t" l="l"/>
              <a:pathLst>
                <a:path h="438912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8376" r="0" b="-978376"/>
              </a:stretch>
            </a:blipFill>
          </p:spPr>
        </p:sp>
        <p:sp>
          <p:nvSpPr>
            <p:cNvPr name="TextBox 186" id="186"/>
            <p:cNvSpPr txBox="true"/>
            <p:nvPr/>
          </p:nvSpPr>
          <p:spPr>
            <a:xfrm>
              <a:off x="0" y="-28575"/>
              <a:ext cx="2316480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8B949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Points earned = configurable per sale  ·  Audit log created for every transaction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46304" cy="1316736"/>
            <a:chOff x="0" y="0"/>
            <a:chExt cx="195072" cy="17556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072" cy="1755648"/>
            </a:xfrm>
            <a:custGeom>
              <a:avLst/>
              <a:gdLst/>
              <a:ahLst/>
              <a:cxnLst/>
              <a:rect r="r" b="b" t="t" l="l"/>
              <a:pathLst>
                <a:path h="175564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65760" y="109728"/>
            <a:ext cx="12801600" cy="822960"/>
            <a:chOff x="0" y="0"/>
            <a:chExt cx="1706880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70688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58A6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 — Backend API Endpoint Map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65760" y="877824"/>
            <a:ext cx="16459200" cy="402336"/>
            <a:chOff x="0" y="0"/>
            <a:chExt cx="21945600" cy="5364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7115" r="0" b="-74711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945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28 REST controllers — Spring Boot base URL localhost:8080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61623" y="1486919"/>
            <a:ext cx="4048763" cy="1634747"/>
            <a:chOff x="0" y="0"/>
            <a:chExt cx="5398351" cy="217966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5364480" cy="2145792"/>
            </a:xfrm>
            <a:custGeom>
              <a:avLst/>
              <a:gdLst/>
              <a:ahLst/>
              <a:cxnLst/>
              <a:rect r="r" b="b" t="t" l="l"/>
              <a:pathLst>
                <a:path h="21457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98262" cy="2179574"/>
            </a:xfrm>
            <a:custGeom>
              <a:avLst/>
              <a:gdLst/>
              <a:ahLst/>
              <a:cxnLst/>
              <a:rect r="r" b="b" t="t" l="l"/>
              <a:pathLst>
                <a:path h="2179574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162683"/>
                  </a:lnTo>
                  <a:cubicBezTo>
                    <a:pt x="5398262" y="2172081"/>
                    <a:pt x="5390642" y="2179574"/>
                    <a:pt x="5381371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5381371" y="2145792"/>
                  </a:lnTo>
                  <a:lnTo>
                    <a:pt x="5381371" y="2162683"/>
                  </a:lnTo>
                  <a:lnTo>
                    <a:pt x="5364480" y="2162683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74320" y="1499616"/>
            <a:ext cx="4023360" cy="402336"/>
            <a:chOff x="0" y="0"/>
            <a:chExt cx="5364480" cy="5364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84048" y="1536192"/>
            <a:ext cx="3803904" cy="365760"/>
            <a:chOff x="0" y="0"/>
            <a:chExt cx="5071872" cy="4876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07187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/api/auth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84048" y="1956816"/>
            <a:ext cx="3803904" cy="365760"/>
            <a:chOff x="0" y="0"/>
            <a:chExt cx="5071872" cy="4876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 /login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84048" y="2322576"/>
            <a:ext cx="3803904" cy="365760"/>
            <a:chOff x="0" y="0"/>
            <a:chExt cx="5071872" cy="4876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 /register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84048" y="2688336"/>
            <a:ext cx="3803904" cy="365760"/>
            <a:chOff x="0" y="0"/>
            <a:chExt cx="5071872" cy="4876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GET /me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61623" y="3498599"/>
            <a:ext cx="4048763" cy="2366267"/>
            <a:chOff x="0" y="0"/>
            <a:chExt cx="5398351" cy="315502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6891" y="16891"/>
              <a:ext cx="5364480" cy="3121152"/>
            </a:xfrm>
            <a:custGeom>
              <a:avLst/>
              <a:gdLst/>
              <a:ahLst/>
              <a:cxnLst/>
              <a:rect r="r" b="b" t="t" l="l"/>
              <a:pathLst>
                <a:path h="31211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398262" cy="3154934"/>
            </a:xfrm>
            <a:custGeom>
              <a:avLst/>
              <a:gdLst/>
              <a:ahLst/>
              <a:cxnLst/>
              <a:rect r="r" b="b" t="t" l="l"/>
              <a:pathLst>
                <a:path h="3154934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3138043"/>
                  </a:lnTo>
                  <a:cubicBezTo>
                    <a:pt x="5398262" y="3147441"/>
                    <a:pt x="5390642" y="3154934"/>
                    <a:pt x="5381371" y="3154934"/>
                  </a:cubicBezTo>
                  <a:lnTo>
                    <a:pt x="16891" y="3154934"/>
                  </a:lnTo>
                  <a:cubicBezTo>
                    <a:pt x="7493" y="3154934"/>
                    <a:pt x="0" y="3147314"/>
                    <a:pt x="0" y="3138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38043"/>
                  </a:lnTo>
                  <a:lnTo>
                    <a:pt x="16891" y="3138043"/>
                  </a:lnTo>
                  <a:lnTo>
                    <a:pt x="16891" y="3121152"/>
                  </a:lnTo>
                  <a:lnTo>
                    <a:pt x="5381371" y="3121152"/>
                  </a:lnTo>
                  <a:lnTo>
                    <a:pt x="5381371" y="3138043"/>
                  </a:lnTo>
                  <a:lnTo>
                    <a:pt x="5364480" y="3138043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274320" y="3511296"/>
            <a:ext cx="4023360" cy="402336"/>
            <a:chOff x="0" y="0"/>
            <a:chExt cx="5364480" cy="53644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384048" y="3547872"/>
            <a:ext cx="3803904" cy="365760"/>
            <a:chOff x="0" y="0"/>
            <a:chExt cx="5071872" cy="4876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07187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/api/recipes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84048" y="3968496"/>
            <a:ext cx="3803904" cy="365760"/>
            <a:chOff x="0" y="0"/>
            <a:chExt cx="5071872" cy="4876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GET, POST, GET/:id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84048" y="4334256"/>
            <a:ext cx="3803904" cy="365760"/>
            <a:chOff x="0" y="0"/>
            <a:chExt cx="5071872" cy="4876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PUT/:id, DELETE/:id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384048" y="4700016"/>
            <a:ext cx="3803904" cy="365760"/>
            <a:chOff x="0" y="0"/>
            <a:chExt cx="5071872" cy="4876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GET/:id/nutrition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384048" y="5065776"/>
            <a:ext cx="3803904" cy="365760"/>
            <a:chOff x="0" y="0"/>
            <a:chExt cx="5071872" cy="4876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POST/:id/produce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384048" y="5431536"/>
            <a:ext cx="3803904" cy="365760"/>
            <a:chOff x="0" y="0"/>
            <a:chExt cx="5071872" cy="4876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GET/:id/versions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61623" y="6241799"/>
            <a:ext cx="4048763" cy="1634747"/>
            <a:chOff x="0" y="0"/>
            <a:chExt cx="5398351" cy="217966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5364480" cy="2145792"/>
            </a:xfrm>
            <a:custGeom>
              <a:avLst/>
              <a:gdLst/>
              <a:ahLst/>
              <a:cxnLst/>
              <a:rect r="r" b="b" t="t" l="l"/>
              <a:pathLst>
                <a:path h="21457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398262" cy="2179574"/>
            </a:xfrm>
            <a:custGeom>
              <a:avLst/>
              <a:gdLst/>
              <a:ahLst/>
              <a:cxnLst/>
              <a:rect r="r" b="b" t="t" l="l"/>
              <a:pathLst>
                <a:path h="2179574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162683"/>
                  </a:lnTo>
                  <a:cubicBezTo>
                    <a:pt x="5398262" y="2172081"/>
                    <a:pt x="5390642" y="2179574"/>
                    <a:pt x="5381371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5381371" y="2145792"/>
                  </a:lnTo>
                  <a:lnTo>
                    <a:pt x="5381371" y="2162683"/>
                  </a:lnTo>
                  <a:lnTo>
                    <a:pt x="5364480" y="2162683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274320" y="6254496"/>
            <a:ext cx="4023360" cy="402336"/>
            <a:chOff x="0" y="0"/>
            <a:chExt cx="5364480" cy="53644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384048" y="6291072"/>
            <a:ext cx="3803904" cy="365760"/>
            <a:chOff x="0" y="0"/>
            <a:chExt cx="5071872" cy="4876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507187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/api/ingredients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384048" y="6711696"/>
            <a:ext cx="3803904" cy="365760"/>
            <a:chOff x="0" y="0"/>
            <a:chExt cx="5071872" cy="4876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GET, POST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384048" y="7077456"/>
            <a:ext cx="3803904" cy="365760"/>
            <a:chOff x="0" y="0"/>
            <a:chExt cx="5071872" cy="4876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PUT/:id, DELETE/:id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384048" y="7443216"/>
            <a:ext cx="3803904" cy="365760"/>
            <a:chOff x="0" y="0"/>
            <a:chExt cx="5071872" cy="4876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GET /categories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261623" y="8216903"/>
            <a:ext cx="4048763" cy="1634747"/>
            <a:chOff x="0" y="0"/>
            <a:chExt cx="5398351" cy="2179663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6891" y="16891"/>
              <a:ext cx="5364480" cy="2145792"/>
            </a:xfrm>
            <a:custGeom>
              <a:avLst/>
              <a:gdLst/>
              <a:ahLst/>
              <a:cxnLst/>
              <a:rect r="r" b="b" t="t" l="l"/>
              <a:pathLst>
                <a:path h="21457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398262" cy="2179574"/>
            </a:xfrm>
            <a:custGeom>
              <a:avLst/>
              <a:gdLst/>
              <a:ahLst/>
              <a:cxnLst/>
              <a:rect r="r" b="b" t="t" l="l"/>
              <a:pathLst>
                <a:path h="2179574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162683"/>
                  </a:lnTo>
                  <a:cubicBezTo>
                    <a:pt x="5398262" y="2172081"/>
                    <a:pt x="5390642" y="2179574"/>
                    <a:pt x="5381371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5381371" y="2145792"/>
                  </a:lnTo>
                  <a:lnTo>
                    <a:pt x="5381371" y="2162683"/>
                  </a:lnTo>
                  <a:lnTo>
                    <a:pt x="5364480" y="2162683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274320" y="8229600"/>
            <a:ext cx="4023360" cy="402336"/>
            <a:chOff x="0" y="0"/>
            <a:chExt cx="5364480" cy="53644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384048" y="8266176"/>
            <a:ext cx="3803904" cy="365760"/>
            <a:chOff x="0" y="0"/>
            <a:chExt cx="5071872" cy="4876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507187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/api/production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384048" y="8686800"/>
            <a:ext cx="3803904" cy="365760"/>
            <a:chOff x="0" y="0"/>
            <a:chExt cx="5071872" cy="4876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 /preview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384048" y="9052560"/>
            <a:ext cx="3803904" cy="365760"/>
            <a:chOff x="0" y="0"/>
            <a:chExt cx="5071872" cy="48768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 /log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384048" y="9418320"/>
            <a:ext cx="3803904" cy="365760"/>
            <a:chOff x="0" y="0"/>
            <a:chExt cx="5071872" cy="48768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GET /history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4650743" y="1486919"/>
            <a:ext cx="4048763" cy="2732027"/>
            <a:chOff x="0" y="0"/>
            <a:chExt cx="5398351" cy="3642703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16891" y="16891"/>
              <a:ext cx="5364480" cy="3608832"/>
            </a:xfrm>
            <a:custGeom>
              <a:avLst/>
              <a:gdLst/>
              <a:ahLst/>
              <a:cxnLst/>
              <a:rect r="r" b="b" t="t" l="l"/>
              <a:pathLst>
                <a:path h="360883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3608832"/>
                  </a:lnTo>
                  <a:lnTo>
                    <a:pt x="0" y="3608832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398262" cy="3642614"/>
            </a:xfrm>
            <a:custGeom>
              <a:avLst/>
              <a:gdLst/>
              <a:ahLst/>
              <a:cxnLst/>
              <a:rect r="r" b="b" t="t" l="l"/>
              <a:pathLst>
                <a:path h="3642614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3625723"/>
                  </a:lnTo>
                  <a:cubicBezTo>
                    <a:pt x="5398262" y="3635121"/>
                    <a:pt x="5390642" y="3642614"/>
                    <a:pt x="5381371" y="3642614"/>
                  </a:cubicBezTo>
                  <a:lnTo>
                    <a:pt x="16891" y="3642614"/>
                  </a:lnTo>
                  <a:cubicBezTo>
                    <a:pt x="7493" y="3642614"/>
                    <a:pt x="0" y="3634994"/>
                    <a:pt x="0" y="36257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25723"/>
                  </a:lnTo>
                  <a:lnTo>
                    <a:pt x="16891" y="3625723"/>
                  </a:lnTo>
                  <a:lnTo>
                    <a:pt x="16891" y="3608832"/>
                  </a:lnTo>
                  <a:lnTo>
                    <a:pt x="5381371" y="3608832"/>
                  </a:lnTo>
                  <a:lnTo>
                    <a:pt x="5381371" y="3625723"/>
                  </a:lnTo>
                  <a:lnTo>
                    <a:pt x="5364480" y="3625723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9D353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4663440" y="1499616"/>
            <a:ext cx="4023360" cy="402336"/>
            <a:chOff x="0" y="0"/>
            <a:chExt cx="5364480" cy="53644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39D353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4773168" y="1536192"/>
            <a:ext cx="3803904" cy="365760"/>
            <a:chOff x="0" y="0"/>
            <a:chExt cx="5071872" cy="4876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507187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/api/inventory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773168" y="1956816"/>
            <a:ext cx="3803904" cy="365760"/>
            <a:chOff x="0" y="0"/>
            <a:chExt cx="5071872" cy="48768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GET /?branchId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4773168" y="2322576"/>
            <a:ext cx="3803904" cy="365760"/>
            <a:chOff x="0" y="0"/>
            <a:chExt cx="5071872" cy="48768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 /stock-in, /stock-out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4773168" y="2688336"/>
            <a:ext cx="3803904" cy="365760"/>
            <a:chOff x="0" y="0"/>
            <a:chExt cx="5071872" cy="48768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 /wastage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4773168" y="3054096"/>
            <a:ext cx="3803904" cy="365760"/>
            <a:chOff x="0" y="0"/>
            <a:chExt cx="5071872" cy="48768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GET /low-stock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4773168" y="3419856"/>
            <a:ext cx="3803904" cy="365760"/>
            <a:chOff x="0" y="0"/>
            <a:chExt cx="5071872" cy="48768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GET /transactions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4773168" y="3785616"/>
            <a:ext cx="3803904" cy="365760"/>
            <a:chOff x="0" y="0"/>
            <a:chExt cx="5071872" cy="48768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GET /finished-goods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4650743" y="4595879"/>
            <a:ext cx="4048763" cy="2000507"/>
            <a:chOff x="0" y="0"/>
            <a:chExt cx="5398351" cy="2667343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5364480" cy="2633472"/>
            </a:xfrm>
            <a:custGeom>
              <a:avLst/>
              <a:gdLst/>
              <a:ahLst/>
              <a:cxnLst/>
              <a:rect r="r" b="b" t="t" l="l"/>
              <a:pathLst>
                <a:path h="263347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5398262" cy="2667254"/>
            </a:xfrm>
            <a:custGeom>
              <a:avLst/>
              <a:gdLst/>
              <a:ahLst/>
              <a:cxnLst/>
              <a:rect r="r" b="b" t="t" l="l"/>
              <a:pathLst>
                <a:path h="2667254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650363"/>
                  </a:lnTo>
                  <a:cubicBezTo>
                    <a:pt x="5398262" y="2659761"/>
                    <a:pt x="5390642" y="2667254"/>
                    <a:pt x="5381371" y="2667254"/>
                  </a:cubicBezTo>
                  <a:lnTo>
                    <a:pt x="16891" y="2667254"/>
                  </a:lnTo>
                  <a:cubicBezTo>
                    <a:pt x="7493" y="2667254"/>
                    <a:pt x="0" y="2659634"/>
                    <a:pt x="0" y="26503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50363"/>
                  </a:lnTo>
                  <a:lnTo>
                    <a:pt x="16891" y="2650363"/>
                  </a:lnTo>
                  <a:lnTo>
                    <a:pt x="16891" y="2633472"/>
                  </a:lnTo>
                  <a:lnTo>
                    <a:pt x="5381371" y="2633472"/>
                  </a:lnTo>
                  <a:lnTo>
                    <a:pt x="5381371" y="2650363"/>
                  </a:lnTo>
                  <a:lnTo>
                    <a:pt x="5364480" y="2650363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9D353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4663440" y="4608576"/>
            <a:ext cx="4023360" cy="402336"/>
            <a:chOff x="0" y="0"/>
            <a:chExt cx="5364480" cy="53644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39D353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773168" y="4645152"/>
            <a:ext cx="3803904" cy="365760"/>
            <a:chOff x="0" y="0"/>
            <a:chExt cx="5071872" cy="48768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38100"/>
              <a:ext cx="507187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/api/stock-transfers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4773168" y="5065776"/>
            <a:ext cx="3803904" cy="365760"/>
            <a:chOff x="0" y="0"/>
            <a:chExt cx="5071872" cy="48768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 /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4773168" y="5431536"/>
            <a:ext cx="3803904" cy="365760"/>
            <a:chOff x="0" y="0"/>
            <a:chExt cx="5071872" cy="48768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GET /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4773168" y="5797296"/>
            <a:ext cx="3803904" cy="365760"/>
            <a:chOff x="0" y="0"/>
            <a:chExt cx="5071872" cy="48768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PUT /:id/dispatch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4773168" y="6163056"/>
            <a:ext cx="3803904" cy="365760"/>
            <a:chOff x="0" y="0"/>
            <a:chExt cx="5071872" cy="48768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PUT /:id/receive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4650743" y="6790439"/>
            <a:ext cx="4048763" cy="1634747"/>
            <a:chOff x="0" y="0"/>
            <a:chExt cx="5398351" cy="2179663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16891" y="16891"/>
              <a:ext cx="5364480" cy="2145792"/>
            </a:xfrm>
            <a:custGeom>
              <a:avLst/>
              <a:gdLst/>
              <a:ahLst/>
              <a:cxnLst/>
              <a:rect r="r" b="b" t="t" l="l"/>
              <a:pathLst>
                <a:path h="21457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5398262" cy="2179574"/>
            </a:xfrm>
            <a:custGeom>
              <a:avLst/>
              <a:gdLst/>
              <a:ahLst/>
              <a:cxnLst/>
              <a:rect r="r" b="b" t="t" l="l"/>
              <a:pathLst>
                <a:path h="2179574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162683"/>
                  </a:lnTo>
                  <a:cubicBezTo>
                    <a:pt x="5398262" y="2172081"/>
                    <a:pt x="5390642" y="2179574"/>
                    <a:pt x="5381371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5381371" y="2145792"/>
                  </a:lnTo>
                  <a:lnTo>
                    <a:pt x="5381371" y="2162683"/>
                  </a:lnTo>
                  <a:lnTo>
                    <a:pt x="5364480" y="2162683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4663440" y="6803136"/>
            <a:ext cx="4023360" cy="402336"/>
            <a:chOff x="0" y="0"/>
            <a:chExt cx="5364480" cy="536448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4773168" y="6839712"/>
            <a:ext cx="3803904" cy="365760"/>
            <a:chOff x="0" y="0"/>
            <a:chExt cx="5071872" cy="48768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38100"/>
              <a:ext cx="507187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/api/sales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4773168" y="7260336"/>
            <a:ext cx="3803904" cy="365760"/>
            <a:chOff x="0" y="0"/>
            <a:chExt cx="5071872" cy="487680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 /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4773168" y="7626096"/>
            <a:ext cx="3803904" cy="365760"/>
            <a:chOff x="0" y="0"/>
            <a:chExt cx="5071872" cy="48768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GET /?branch&amp;date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4773168" y="7991856"/>
            <a:ext cx="3803904" cy="365760"/>
            <a:chOff x="0" y="0"/>
            <a:chExt cx="5071872" cy="48768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GET /summary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4650743" y="8436359"/>
            <a:ext cx="4048763" cy="1268987"/>
            <a:chOff x="0" y="0"/>
            <a:chExt cx="5398351" cy="1691983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16891" y="16891"/>
              <a:ext cx="5364480" cy="1658112"/>
            </a:xfrm>
            <a:custGeom>
              <a:avLst/>
              <a:gdLst/>
              <a:ahLst/>
              <a:cxnLst/>
              <a:rect r="r" b="b" t="t" l="l"/>
              <a:pathLst>
                <a:path h="165811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5398262" cy="1691894"/>
            </a:xfrm>
            <a:custGeom>
              <a:avLst/>
              <a:gdLst/>
              <a:ahLst/>
              <a:cxnLst/>
              <a:rect r="r" b="b" t="t" l="l"/>
              <a:pathLst>
                <a:path h="1691894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675003"/>
                  </a:lnTo>
                  <a:cubicBezTo>
                    <a:pt x="5398262" y="1684401"/>
                    <a:pt x="5390642" y="1691894"/>
                    <a:pt x="5381371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5381371" y="1658112"/>
                  </a:lnTo>
                  <a:lnTo>
                    <a:pt x="5381371" y="1675003"/>
                  </a:lnTo>
                  <a:lnTo>
                    <a:pt x="5364480" y="1675003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4663440" y="8449056"/>
            <a:ext cx="4023360" cy="402336"/>
            <a:chOff x="0" y="0"/>
            <a:chExt cx="5364480" cy="536448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4773168" y="8485632"/>
            <a:ext cx="3803904" cy="365760"/>
            <a:chOff x="0" y="0"/>
            <a:chExt cx="5071872" cy="48768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38100"/>
              <a:ext cx="507187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/api/customers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4773168" y="8906256"/>
            <a:ext cx="3803904" cy="365760"/>
            <a:chOff x="0" y="0"/>
            <a:chExt cx="5071872" cy="487680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GET, POST, PUT/:id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4773168" y="9272016"/>
            <a:ext cx="3803904" cy="365760"/>
            <a:chOff x="0" y="0"/>
            <a:chExt cx="5071872" cy="487680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DELETE/:id, loyalty ops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9131303" y="1486919"/>
            <a:ext cx="4048763" cy="2366267"/>
            <a:chOff x="0" y="0"/>
            <a:chExt cx="5398351" cy="3155023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16891" y="16891"/>
              <a:ext cx="5364480" cy="3121152"/>
            </a:xfrm>
            <a:custGeom>
              <a:avLst/>
              <a:gdLst/>
              <a:ahLst/>
              <a:cxnLst/>
              <a:rect r="r" b="b" t="t" l="l"/>
              <a:pathLst>
                <a:path h="31211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5398262" cy="3154934"/>
            </a:xfrm>
            <a:custGeom>
              <a:avLst/>
              <a:gdLst/>
              <a:ahLst/>
              <a:cxnLst/>
              <a:rect r="r" b="b" t="t" l="l"/>
              <a:pathLst>
                <a:path h="3154934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3138043"/>
                  </a:lnTo>
                  <a:cubicBezTo>
                    <a:pt x="5398262" y="3147441"/>
                    <a:pt x="5390642" y="3154934"/>
                    <a:pt x="5381371" y="3154934"/>
                  </a:cubicBezTo>
                  <a:lnTo>
                    <a:pt x="16891" y="3154934"/>
                  </a:lnTo>
                  <a:cubicBezTo>
                    <a:pt x="7493" y="3154934"/>
                    <a:pt x="0" y="3147314"/>
                    <a:pt x="0" y="3138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38043"/>
                  </a:lnTo>
                  <a:lnTo>
                    <a:pt x="16891" y="3138043"/>
                  </a:lnTo>
                  <a:lnTo>
                    <a:pt x="16891" y="3121152"/>
                  </a:lnTo>
                  <a:lnTo>
                    <a:pt x="5381371" y="3121152"/>
                  </a:lnTo>
                  <a:lnTo>
                    <a:pt x="5381371" y="3138043"/>
                  </a:lnTo>
                  <a:lnTo>
                    <a:pt x="5364480" y="3138043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85149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9144000" y="1499616"/>
            <a:ext cx="4023360" cy="402336"/>
            <a:chOff x="0" y="0"/>
            <a:chExt cx="5364480" cy="536448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85149"/>
            </a:solid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9253728" y="1536192"/>
            <a:ext cx="3803904" cy="365760"/>
            <a:chOff x="0" y="0"/>
            <a:chExt cx="5071872" cy="487680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171" id="171"/>
            <p:cNvSpPr txBox="true"/>
            <p:nvPr/>
          </p:nvSpPr>
          <p:spPr>
            <a:xfrm>
              <a:off x="0" y="-38100"/>
              <a:ext cx="507187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/api/procurement</a:t>
              </a:r>
            </a:p>
          </p:txBody>
        </p:sp>
      </p:grpSp>
      <p:grpSp>
        <p:nvGrpSpPr>
          <p:cNvPr name="Group 172" id="172"/>
          <p:cNvGrpSpPr/>
          <p:nvPr/>
        </p:nvGrpSpPr>
        <p:grpSpPr>
          <a:xfrm rot="0">
            <a:off x="9253728" y="1956816"/>
            <a:ext cx="3803904" cy="365760"/>
            <a:chOff x="0" y="0"/>
            <a:chExt cx="5071872" cy="48768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174" id="174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/suppliers CRUD</a:t>
              </a:r>
            </a:p>
          </p:txBody>
        </p:sp>
      </p:grpSp>
      <p:grpSp>
        <p:nvGrpSpPr>
          <p:cNvPr name="Group 175" id="175"/>
          <p:cNvGrpSpPr/>
          <p:nvPr/>
        </p:nvGrpSpPr>
        <p:grpSpPr>
          <a:xfrm rot="0">
            <a:off x="9253728" y="2322576"/>
            <a:ext cx="3803904" cy="365760"/>
            <a:chOff x="0" y="0"/>
            <a:chExt cx="5071872" cy="487680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177" id="177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/indents approve/reject</a:t>
              </a:r>
            </a:p>
          </p:txBody>
        </p:sp>
      </p:grpSp>
      <p:grpSp>
        <p:nvGrpSpPr>
          <p:cNvPr name="Group 178" id="178"/>
          <p:cNvGrpSpPr/>
          <p:nvPr/>
        </p:nvGrpSpPr>
        <p:grpSpPr>
          <a:xfrm rot="0">
            <a:off x="9253728" y="2688336"/>
            <a:ext cx="3803904" cy="365760"/>
            <a:chOff x="0" y="0"/>
            <a:chExt cx="5071872" cy="487680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180" id="180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/purchase-orders status</a:t>
              </a:r>
            </a:p>
          </p:txBody>
        </p:sp>
      </p:grpSp>
      <p:grpSp>
        <p:nvGrpSpPr>
          <p:cNvPr name="Group 181" id="181"/>
          <p:cNvGrpSpPr/>
          <p:nvPr/>
        </p:nvGrpSpPr>
        <p:grpSpPr>
          <a:xfrm rot="0">
            <a:off x="9253728" y="3054096"/>
            <a:ext cx="3803904" cy="365760"/>
            <a:chOff x="0" y="0"/>
            <a:chExt cx="5071872" cy="487680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183" id="183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/grn complete</a:t>
              </a:r>
            </a:p>
          </p:txBody>
        </p:sp>
      </p:grpSp>
      <p:grpSp>
        <p:nvGrpSpPr>
          <p:cNvPr name="Group 184" id="184"/>
          <p:cNvGrpSpPr/>
          <p:nvPr/>
        </p:nvGrpSpPr>
        <p:grpSpPr>
          <a:xfrm rot="0">
            <a:off x="9253728" y="3419856"/>
            <a:ext cx="3803904" cy="365760"/>
            <a:chOff x="0" y="0"/>
            <a:chExt cx="5071872" cy="487680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186" id="186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/vendors approve</a:t>
              </a:r>
            </a:p>
          </p:txBody>
        </p:sp>
      </p:grpSp>
      <p:grpSp>
        <p:nvGrpSpPr>
          <p:cNvPr name="Group 187" id="187"/>
          <p:cNvGrpSpPr/>
          <p:nvPr/>
        </p:nvGrpSpPr>
        <p:grpSpPr>
          <a:xfrm rot="0">
            <a:off x="9131303" y="4412999"/>
            <a:ext cx="4048763" cy="2000507"/>
            <a:chOff x="0" y="0"/>
            <a:chExt cx="5398351" cy="2667343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16891" y="16891"/>
              <a:ext cx="5364480" cy="2633472"/>
            </a:xfrm>
            <a:custGeom>
              <a:avLst/>
              <a:gdLst/>
              <a:ahLst/>
              <a:cxnLst/>
              <a:rect r="r" b="b" t="t" l="l"/>
              <a:pathLst>
                <a:path h="263347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5398262" cy="2667254"/>
            </a:xfrm>
            <a:custGeom>
              <a:avLst/>
              <a:gdLst/>
              <a:ahLst/>
              <a:cxnLst/>
              <a:rect r="r" b="b" t="t" l="l"/>
              <a:pathLst>
                <a:path h="2667254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650363"/>
                  </a:lnTo>
                  <a:cubicBezTo>
                    <a:pt x="5398262" y="2659761"/>
                    <a:pt x="5390642" y="2667254"/>
                    <a:pt x="5381371" y="2667254"/>
                  </a:cubicBezTo>
                  <a:lnTo>
                    <a:pt x="16891" y="2667254"/>
                  </a:lnTo>
                  <a:cubicBezTo>
                    <a:pt x="7493" y="2667254"/>
                    <a:pt x="0" y="2659634"/>
                    <a:pt x="0" y="26503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50363"/>
                  </a:lnTo>
                  <a:lnTo>
                    <a:pt x="16891" y="2650363"/>
                  </a:lnTo>
                  <a:lnTo>
                    <a:pt x="16891" y="2633472"/>
                  </a:lnTo>
                  <a:lnTo>
                    <a:pt x="5381371" y="2633472"/>
                  </a:lnTo>
                  <a:lnTo>
                    <a:pt x="5381371" y="2650363"/>
                  </a:lnTo>
                  <a:lnTo>
                    <a:pt x="5364480" y="2650363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190" id="190"/>
          <p:cNvGrpSpPr/>
          <p:nvPr/>
        </p:nvGrpSpPr>
        <p:grpSpPr>
          <a:xfrm rot="0">
            <a:off x="9144000" y="4425696"/>
            <a:ext cx="4023360" cy="402336"/>
            <a:chOff x="0" y="0"/>
            <a:chExt cx="5364480" cy="536448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192" id="192"/>
          <p:cNvGrpSpPr/>
          <p:nvPr/>
        </p:nvGrpSpPr>
        <p:grpSpPr>
          <a:xfrm rot="0">
            <a:off x="9253728" y="4462272"/>
            <a:ext cx="3803904" cy="365760"/>
            <a:chOff x="0" y="0"/>
            <a:chExt cx="5071872" cy="487680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194" id="194"/>
            <p:cNvSpPr txBox="true"/>
            <p:nvPr/>
          </p:nvSpPr>
          <p:spPr>
            <a:xfrm>
              <a:off x="0" y="-38100"/>
              <a:ext cx="507187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/api/menus</a:t>
              </a:r>
            </a:p>
          </p:txBody>
        </p:sp>
      </p:grpSp>
      <p:grpSp>
        <p:nvGrpSpPr>
          <p:cNvPr name="Group 195" id="195"/>
          <p:cNvGrpSpPr/>
          <p:nvPr/>
        </p:nvGrpSpPr>
        <p:grpSpPr>
          <a:xfrm rot="0">
            <a:off x="9253728" y="4882896"/>
            <a:ext cx="3803904" cy="365760"/>
            <a:chOff x="0" y="0"/>
            <a:chExt cx="5071872" cy="487680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197" id="197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CRUD menus+items</a:t>
              </a:r>
            </a:p>
          </p:txBody>
        </p:sp>
      </p:grpSp>
      <p:grpSp>
        <p:nvGrpSpPr>
          <p:cNvPr name="Group 198" id="198"/>
          <p:cNvGrpSpPr/>
          <p:nvPr/>
        </p:nvGrpSpPr>
        <p:grpSpPr>
          <a:xfrm rot="0">
            <a:off x="9253728" y="5248656"/>
            <a:ext cx="3803904" cy="365760"/>
            <a:chOff x="0" y="0"/>
            <a:chExt cx="5071872" cy="487680"/>
          </a:xfrm>
        </p:grpSpPr>
        <p:sp>
          <p:nvSpPr>
            <p:cNvPr name="Freeform 199" id="199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200" id="200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 /activate</a:t>
              </a:r>
            </a:p>
          </p:txBody>
        </p:sp>
      </p:grpSp>
      <p:grpSp>
        <p:nvGrpSpPr>
          <p:cNvPr name="Group 201" id="201"/>
          <p:cNvGrpSpPr/>
          <p:nvPr/>
        </p:nvGrpSpPr>
        <p:grpSpPr>
          <a:xfrm rot="0">
            <a:off x="9253728" y="5614416"/>
            <a:ext cx="3803904" cy="365760"/>
            <a:chOff x="0" y="0"/>
            <a:chExt cx="5071872" cy="487680"/>
          </a:xfrm>
        </p:grpSpPr>
        <p:sp>
          <p:nvSpPr>
            <p:cNvPr name="Freeform 202" id="202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203" id="203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GET /active</a:t>
              </a:r>
            </a:p>
          </p:txBody>
        </p:sp>
      </p:grpSp>
      <p:grpSp>
        <p:nvGrpSpPr>
          <p:cNvPr name="Group 204" id="204"/>
          <p:cNvGrpSpPr/>
          <p:nvPr/>
        </p:nvGrpSpPr>
        <p:grpSpPr>
          <a:xfrm rot="0">
            <a:off x="9253728" y="5980176"/>
            <a:ext cx="3803904" cy="365760"/>
            <a:chOff x="0" y="0"/>
            <a:chExt cx="5071872" cy="487680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206" id="206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/api/menu-prices</a:t>
              </a:r>
            </a:p>
          </p:txBody>
        </p:sp>
      </p:grpSp>
      <p:grpSp>
        <p:nvGrpSpPr>
          <p:cNvPr name="Group 207" id="207"/>
          <p:cNvGrpSpPr/>
          <p:nvPr/>
        </p:nvGrpSpPr>
        <p:grpSpPr>
          <a:xfrm rot="0">
            <a:off x="9131303" y="6607559"/>
            <a:ext cx="4048763" cy="2000507"/>
            <a:chOff x="0" y="0"/>
            <a:chExt cx="5398351" cy="2667343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16891" y="16891"/>
              <a:ext cx="5364480" cy="2633472"/>
            </a:xfrm>
            <a:custGeom>
              <a:avLst/>
              <a:gdLst/>
              <a:ahLst/>
              <a:cxnLst/>
              <a:rect r="r" b="b" t="t" l="l"/>
              <a:pathLst>
                <a:path h="263347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209" id="209"/>
            <p:cNvSpPr/>
            <p:nvPr/>
          </p:nvSpPr>
          <p:spPr>
            <a:xfrm flipH="false" flipV="false" rot="0">
              <a:off x="0" y="0"/>
              <a:ext cx="5398262" cy="2667254"/>
            </a:xfrm>
            <a:custGeom>
              <a:avLst/>
              <a:gdLst/>
              <a:ahLst/>
              <a:cxnLst/>
              <a:rect r="r" b="b" t="t" l="l"/>
              <a:pathLst>
                <a:path h="2667254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650363"/>
                  </a:lnTo>
                  <a:cubicBezTo>
                    <a:pt x="5398262" y="2659761"/>
                    <a:pt x="5390642" y="2667254"/>
                    <a:pt x="5381371" y="2667254"/>
                  </a:cubicBezTo>
                  <a:lnTo>
                    <a:pt x="16891" y="2667254"/>
                  </a:lnTo>
                  <a:cubicBezTo>
                    <a:pt x="7493" y="2667254"/>
                    <a:pt x="0" y="2659634"/>
                    <a:pt x="0" y="26503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50363"/>
                  </a:lnTo>
                  <a:lnTo>
                    <a:pt x="16891" y="2650363"/>
                  </a:lnTo>
                  <a:lnTo>
                    <a:pt x="16891" y="2633472"/>
                  </a:lnTo>
                  <a:lnTo>
                    <a:pt x="5381371" y="2633472"/>
                  </a:lnTo>
                  <a:lnTo>
                    <a:pt x="5381371" y="2650363"/>
                  </a:lnTo>
                  <a:lnTo>
                    <a:pt x="5364480" y="2650363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210" id="210"/>
          <p:cNvGrpSpPr/>
          <p:nvPr/>
        </p:nvGrpSpPr>
        <p:grpSpPr>
          <a:xfrm rot="0">
            <a:off x="9144000" y="6620256"/>
            <a:ext cx="4023360" cy="402336"/>
            <a:chOff x="0" y="0"/>
            <a:chExt cx="5364480" cy="536448"/>
          </a:xfrm>
        </p:grpSpPr>
        <p:sp>
          <p:nvSpPr>
            <p:cNvPr name="Freeform 211" id="211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212" id="212"/>
          <p:cNvGrpSpPr/>
          <p:nvPr/>
        </p:nvGrpSpPr>
        <p:grpSpPr>
          <a:xfrm rot="0">
            <a:off x="9253728" y="6656832"/>
            <a:ext cx="3803904" cy="365760"/>
            <a:chOff x="0" y="0"/>
            <a:chExt cx="5071872" cy="487680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-38100"/>
              <a:ext cx="507187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/api/meal-plans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9253728" y="7077456"/>
            <a:ext cx="3803904" cy="365760"/>
            <a:chOff x="0" y="0"/>
            <a:chExt cx="5071872" cy="487680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GET, POST, GET/:id</a:t>
              </a:r>
            </a:p>
          </p:txBody>
        </p:sp>
      </p:grpSp>
      <p:grpSp>
        <p:nvGrpSpPr>
          <p:cNvPr name="Group 218" id="218"/>
          <p:cNvGrpSpPr/>
          <p:nvPr/>
        </p:nvGrpSpPr>
        <p:grpSpPr>
          <a:xfrm rot="0">
            <a:off x="9253728" y="7443216"/>
            <a:ext cx="3803904" cy="365760"/>
            <a:chOff x="0" y="0"/>
            <a:chExt cx="5071872" cy="487680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220" id="220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 /:id/activate</a:t>
              </a:r>
            </a:p>
          </p:txBody>
        </p:sp>
      </p:grpSp>
      <p:grpSp>
        <p:nvGrpSpPr>
          <p:cNvPr name="Group 221" id="221"/>
          <p:cNvGrpSpPr/>
          <p:nvPr/>
        </p:nvGrpSpPr>
        <p:grpSpPr>
          <a:xfrm rot="0">
            <a:off x="9253728" y="7808976"/>
            <a:ext cx="3803904" cy="365760"/>
            <a:chOff x="0" y="0"/>
            <a:chExt cx="5071872" cy="487680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223" id="223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 /:id/push</a:t>
              </a:r>
            </a:p>
          </p:txBody>
        </p:sp>
      </p:grpSp>
      <p:grpSp>
        <p:nvGrpSpPr>
          <p:cNvPr name="Group 224" id="224"/>
          <p:cNvGrpSpPr/>
          <p:nvPr/>
        </p:nvGrpSpPr>
        <p:grpSpPr>
          <a:xfrm rot="0">
            <a:off x="9253728" y="8174736"/>
            <a:ext cx="3803904" cy="365760"/>
            <a:chOff x="0" y="0"/>
            <a:chExt cx="5071872" cy="487680"/>
          </a:xfrm>
        </p:grpSpPr>
        <p:sp>
          <p:nvSpPr>
            <p:cNvPr name="Freeform 225" id="225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226" id="226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GET /:id/forecast</a:t>
              </a:r>
            </a:p>
          </p:txBody>
        </p:sp>
      </p:grpSp>
      <p:grpSp>
        <p:nvGrpSpPr>
          <p:cNvPr name="Group 227" id="227"/>
          <p:cNvGrpSpPr/>
          <p:nvPr/>
        </p:nvGrpSpPr>
        <p:grpSpPr>
          <a:xfrm rot="0">
            <a:off x="9131303" y="8802119"/>
            <a:ext cx="4048763" cy="903227"/>
            <a:chOff x="0" y="0"/>
            <a:chExt cx="5398351" cy="1204303"/>
          </a:xfrm>
        </p:grpSpPr>
        <p:sp>
          <p:nvSpPr>
            <p:cNvPr name="Freeform 228" id="228"/>
            <p:cNvSpPr/>
            <p:nvPr/>
          </p:nvSpPr>
          <p:spPr>
            <a:xfrm flipH="false" flipV="false" rot="0">
              <a:off x="16891" y="16891"/>
              <a:ext cx="53644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229" id="229"/>
            <p:cNvSpPr/>
            <p:nvPr/>
          </p:nvSpPr>
          <p:spPr>
            <a:xfrm flipH="false" flipV="false" rot="0">
              <a:off x="0" y="0"/>
              <a:ext cx="5398262" cy="1204216"/>
            </a:xfrm>
            <a:custGeom>
              <a:avLst/>
              <a:gdLst/>
              <a:ahLst/>
              <a:cxnLst/>
              <a:rect r="r" b="b" t="t" l="l"/>
              <a:pathLst>
                <a:path h="1204216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187323"/>
                  </a:lnTo>
                  <a:cubicBezTo>
                    <a:pt x="5398262" y="1196721"/>
                    <a:pt x="5390642" y="1204214"/>
                    <a:pt x="538137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5381371" y="1170432"/>
                  </a:lnTo>
                  <a:lnTo>
                    <a:pt x="5381371" y="1187323"/>
                  </a:lnTo>
                  <a:lnTo>
                    <a:pt x="5364480" y="1187323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230" id="230"/>
          <p:cNvGrpSpPr/>
          <p:nvPr/>
        </p:nvGrpSpPr>
        <p:grpSpPr>
          <a:xfrm rot="0">
            <a:off x="9144000" y="8814816"/>
            <a:ext cx="4023360" cy="402336"/>
            <a:chOff x="0" y="0"/>
            <a:chExt cx="5364480" cy="536448"/>
          </a:xfrm>
        </p:grpSpPr>
        <p:sp>
          <p:nvSpPr>
            <p:cNvPr name="Freeform 231" id="231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232" id="232"/>
          <p:cNvGrpSpPr/>
          <p:nvPr/>
        </p:nvGrpSpPr>
        <p:grpSpPr>
          <a:xfrm rot="0">
            <a:off x="9253728" y="8851392"/>
            <a:ext cx="3803904" cy="365760"/>
            <a:chOff x="0" y="0"/>
            <a:chExt cx="5071872" cy="487680"/>
          </a:xfrm>
        </p:grpSpPr>
        <p:sp>
          <p:nvSpPr>
            <p:cNvPr name="Freeform 233" id="233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234" id="234"/>
            <p:cNvSpPr txBox="true"/>
            <p:nvPr/>
          </p:nvSpPr>
          <p:spPr>
            <a:xfrm>
              <a:off x="0" y="-38100"/>
              <a:ext cx="507187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/api/shifts</a:t>
              </a:r>
            </a:p>
          </p:txBody>
        </p:sp>
      </p:grpSp>
      <p:grpSp>
        <p:nvGrpSpPr>
          <p:cNvPr name="Group 235" id="235"/>
          <p:cNvGrpSpPr/>
          <p:nvPr/>
        </p:nvGrpSpPr>
        <p:grpSpPr>
          <a:xfrm rot="0">
            <a:off x="9253728" y="9272016"/>
            <a:ext cx="3803904" cy="365760"/>
            <a:chOff x="0" y="0"/>
            <a:chExt cx="5071872" cy="487680"/>
          </a:xfrm>
        </p:grpSpPr>
        <p:sp>
          <p:nvSpPr>
            <p:cNvPr name="Freeform 236" id="236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237" id="237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GET, POST, PUT/:id</a:t>
              </a:r>
            </a:p>
          </p:txBody>
        </p:sp>
      </p:grpSp>
      <p:grpSp>
        <p:nvGrpSpPr>
          <p:cNvPr name="Group 238" id="238"/>
          <p:cNvGrpSpPr/>
          <p:nvPr/>
        </p:nvGrpSpPr>
        <p:grpSpPr>
          <a:xfrm rot="0">
            <a:off x="13611863" y="1486919"/>
            <a:ext cx="4048763" cy="2000507"/>
            <a:chOff x="0" y="0"/>
            <a:chExt cx="5398351" cy="2667343"/>
          </a:xfrm>
        </p:grpSpPr>
        <p:sp>
          <p:nvSpPr>
            <p:cNvPr name="Freeform 239" id="239"/>
            <p:cNvSpPr/>
            <p:nvPr/>
          </p:nvSpPr>
          <p:spPr>
            <a:xfrm flipH="false" flipV="false" rot="0">
              <a:off x="16891" y="16891"/>
              <a:ext cx="5364480" cy="2633472"/>
            </a:xfrm>
            <a:custGeom>
              <a:avLst/>
              <a:gdLst/>
              <a:ahLst/>
              <a:cxnLst/>
              <a:rect r="r" b="b" t="t" l="l"/>
              <a:pathLst>
                <a:path h="263347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5398262" cy="2667254"/>
            </a:xfrm>
            <a:custGeom>
              <a:avLst/>
              <a:gdLst/>
              <a:ahLst/>
              <a:cxnLst/>
              <a:rect r="r" b="b" t="t" l="l"/>
              <a:pathLst>
                <a:path h="2667254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650363"/>
                  </a:lnTo>
                  <a:cubicBezTo>
                    <a:pt x="5398262" y="2659761"/>
                    <a:pt x="5390642" y="2667254"/>
                    <a:pt x="5381371" y="2667254"/>
                  </a:cubicBezTo>
                  <a:lnTo>
                    <a:pt x="16891" y="2667254"/>
                  </a:lnTo>
                  <a:cubicBezTo>
                    <a:pt x="7493" y="2667254"/>
                    <a:pt x="0" y="2659634"/>
                    <a:pt x="0" y="26503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50363"/>
                  </a:lnTo>
                  <a:lnTo>
                    <a:pt x="16891" y="2650363"/>
                  </a:lnTo>
                  <a:lnTo>
                    <a:pt x="16891" y="2633472"/>
                  </a:lnTo>
                  <a:lnTo>
                    <a:pt x="5381371" y="2633472"/>
                  </a:lnTo>
                  <a:lnTo>
                    <a:pt x="5381371" y="2650363"/>
                  </a:lnTo>
                  <a:lnTo>
                    <a:pt x="5364480" y="2650363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241" id="241"/>
          <p:cNvGrpSpPr/>
          <p:nvPr/>
        </p:nvGrpSpPr>
        <p:grpSpPr>
          <a:xfrm rot="0">
            <a:off x="13624560" y="1499616"/>
            <a:ext cx="4023360" cy="402336"/>
            <a:chOff x="0" y="0"/>
            <a:chExt cx="5364480" cy="536448"/>
          </a:xfrm>
        </p:grpSpPr>
        <p:sp>
          <p:nvSpPr>
            <p:cNvPr name="Freeform 242" id="242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243" id="243"/>
          <p:cNvGrpSpPr/>
          <p:nvPr/>
        </p:nvGrpSpPr>
        <p:grpSpPr>
          <a:xfrm rot="0">
            <a:off x="13734288" y="1536192"/>
            <a:ext cx="3803904" cy="365760"/>
            <a:chOff x="0" y="0"/>
            <a:chExt cx="5071872" cy="487680"/>
          </a:xfrm>
        </p:grpSpPr>
        <p:sp>
          <p:nvSpPr>
            <p:cNvPr name="Freeform 244" id="244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245" id="245"/>
            <p:cNvSpPr txBox="true"/>
            <p:nvPr/>
          </p:nvSpPr>
          <p:spPr>
            <a:xfrm>
              <a:off x="0" y="-38100"/>
              <a:ext cx="507187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/api/admin 🔒</a:t>
              </a:r>
            </a:p>
          </p:txBody>
        </p:sp>
      </p:grpSp>
      <p:grpSp>
        <p:nvGrpSpPr>
          <p:cNvPr name="Group 246" id="246"/>
          <p:cNvGrpSpPr/>
          <p:nvPr/>
        </p:nvGrpSpPr>
        <p:grpSpPr>
          <a:xfrm rot="0">
            <a:off x="13734288" y="1956816"/>
            <a:ext cx="3803904" cy="365760"/>
            <a:chOff x="0" y="0"/>
            <a:chExt cx="5071872" cy="487680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/users CRUD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13734288" y="2322576"/>
            <a:ext cx="3803904" cy="365760"/>
            <a:chOff x="0" y="0"/>
            <a:chExt cx="5071872" cy="487680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/branches CRUD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13734288" y="2688336"/>
            <a:ext cx="3803904" cy="365760"/>
            <a:chOff x="0" y="0"/>
            <a:chExt cx="5071872" cy="487680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/audit-logs GET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734288" y="3054096"/>
            <a:ext cx="3803904" cy="365760"/>
            <a:chOff x="0" y="0"/>
            <a:chExt cx="5071872" cy="487680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257" id="257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/dashboard stats</a:t>
              </a:r>
            </a:p>
          </p:txBody>
        </p:sp>
      </p:grpSp>
      <p:grpSp>
        <p:nvGrpSpPr>
          <p:cNvPr name="Group 258" id="258"/>
          <p:cNvGrpSpPr/>
          <p:nvPr/>
        </p:nvGrpSpPr>
        <p:grpSpPr>
          <a:xfrm rot="0">
            <a:off x="13611863" y="3864359"/>
            <a:ext cx="4048763" cy="2000507"/>
            <a:chOff x="0" y="0"/>
            <a:chExt cx="5398351" cy="2667343"/>
          </a:xfrm>
        </p:grpSpPr>
        <p:sp>
          <p:nvSpPr>
            <p:cNvPr name="Freeform 259" id="259"/>
            <p:cNvSpPr/>
            <p:nvPr/>
          </p:nvSpPr>
          <p:spPr>
            <a:xfrm flipH="false" flipV="false" rot="0">
              <a:off x="16891" y="16891"/>
              <a:ext cx="5364480" cy="2633472"/>
            </a:xfrm>
            <a:custGeom>
              <a:avLst/>
              <a:gdLst/>
              <a:ahLst/>
              <a:cxnLst/>
              <a:rect r="r" b="b" t="t" l="l"/>
              <a:pathLst>
                <a:path h="263347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5398262" cy="2667254"/>
            </a:xfrm>
            <a:custGeom>
              <a:avLst/>
              <a:gdLst/>
              <a:ahLst/>
              <a:cxnLst/>
              <a:rect r="r" b="b" t="t" l="l"/>
              <a:pathLst>
                <a:path h="2667254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650363"/>
                  </a:lnTo>
                  <a:cubicBezTo>
                    <a:pt x="5398262" y="2659761"/>
                    <a:pt x="5390642" y="2667254"/>
                    <a:pt x="5381371" y="2667254"/>
                  </a:cubicBezTo>
                  <a:lnTo>
                    <a:pt x="16891" y="2667254"/>
                  </a:lnTo>
                  <a:cubicBezTo>
                    <a:pt x="7493" y="2667254"/>
                    <a:pt x="0" y="2659634"/>
                    <a:pt x="0" y="26503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50363"/>
                  </a:lnTo>
                  <a:lnTo>
                    <a:pt x="16891" y="2650363"/>
                  </a:lnTo>
                  <a:lnTo>
                    <a:pt x="16891" y="2633472"/>
                  </a:lnTo>
                  <a:lnTo>
                    <a:pt x="5381371" y="2633472"/>
                  </a:lnTo>
                  <a:lnTo>
                    <a:pt x="5381371" y="2650363"/>
                  </a:lnTo>
                  <a:lnTo>
                    <a:pt x="5364480" y="2650363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261" id="261"/>
          <p:cNvGrpSpPr/>
          <p:nvPr/>
        </p:nvGrpSpPr>
        <p:grpSpPr>
          <a:xfrm rot="0">
            <a:off x="13624560" y="3877056"/>
            <a:ext cx="4023360" cy="402336"/>
            <a:chOff x="0" y="0"/>
            <a:chExt cx="5364480" cy="536448"/>
          </a:xfrm>
        </p:grpSpPr>
        <p:sp>
          <p:nvSpPr>
            <p:cNvPr name="Freeform 262" id="262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263" id="263"/>
          <p:cNvGrpSpPr/>
          <p:nvPr/>
        </p:nvGrpSpPr>
        <p:grpSpPr>
          <a:xfrm rot="0">
            <a:off x="13734288" y="3913632"/>
            <a:ext cx="3803904" cy="365760"/>
            <a:chOff x="0" y="0"/>
            <a:chExt cx="5071872" cy="487680"/>
          </a:xfrm>
        </p:grpSpPr>
        <p:sp>
          <p:nvSpPr>
            <p:cNvPr name="Freeform 264" id="264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265" id="265"/>
            <p:cNvSpPr txBox="true"/>
            <p:nvPr/>
          </p:nvSpPr>
          <p:spPr>
            <a:xfrm>
              <a:off x="0" y="-38100"/>
              <a:ext cx="507187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/api/dashboard</a:t>
              </a:r>
            </a:p>
          </p:txBody>
        </p:sp>
      </p:grpSp>
      <p:grpSp>
        <p:nvGrpSpPr>
          <p:cNvPr name="Group 266" id="266"/>
          <p:cNvGrpSpPr/>
          <p:nvPr/>
        </p:nvGrpSpPr>
        <p:grpSpPr>
          <a:xfrm rot="0">
            <a:off x="13734288" y="4334256"/>
            <a:ext cx="3803904" cy="365760"/>
            <a:chOff x="0" y="0"/>
            <a:chExt cx="5071872" cy="487680"/>
          </a:xfrm>
        </p:grpSpPr>
        <p:sp>
          <p:nvSpPr>
            <p:cNvPr name="Freeform 267" id="267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268" id="268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GET /summary</a:t>
              </a:r>
            </a:p>
          </p:txBody>
        </p:sp>
      </p:grpSp>
      <p:grpSp>
        <p:nvGrpSpPr>
          <p:cNvPr name="Group 269" id="269"/>
          <p:cNvGrpSpPr/>
          <p:nvPr/>
        </p:nvGrpSpPr>
        <p:grpSpPr>
          <a:xfrm rot="0">
            <a:off x="13734288" y="4700016"/>
            <a:ext cx="3803904" cy="365760"/>
            <a:chOff x="0" y="0"/>
            <a:chExt cx="5071872" cy="487680"/>
          </a:xfrm>
        </p:grpSpPr>
        <p:sp>
          <p:nvSpPr>
            <p:cNvPr name="Freeform 270" id="270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271" id="271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GET /charts</a:t>
              </a:r>
            </a:p>
          </p:txBody>
        </p:sp>
      </p:grpSp>
      <p:grpSp>
        <p:nvGrpSpPr>
          <p:cNvPr name="Group 272" id="272"/>
          <p:cNvGrpSpPr/>
          <p:nvPr/>
        </p:nvGrpSpPr>
        <p:grpSpPr>
          <a:xfrm rot="0">
            <a:off x="13734288" y="5065776"/>
            <a:ext cx="3803904" cy="365760"/>
            <a:chOff x="0" y="0"/>
            <a:chExt cx="5071872" cy="487680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GET /alerts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734288" y="5431536"/>
            <a:ext cx="3803904" cy="365760"/>
            <a:chOff x="0" y="0"/>
            <a:chExt cx="5071872" cy="487680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GET /recent-activity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611863" y="6058919"/>
            <a:ext cx="4048763" cy="1634747"/>
            <a:chOff x="0" y="0"/>
            <a:chExt cx="5398351" cy="2179663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16891" y="16891"/>
              <a:ext cx="5364480" cy="2145792"/>
            </a:xfrm>
            <a:custGeom>
              <a:avLst/>
              <a:gdLst/>
              <a:ahLst/>
              <a:cxnLst/>
              <a:rect r="r" b="b" t="t" l="l"/>
              <a:pathLst>
                <a:path h="21457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280" id="280"/>
            <p:cNvSpPr/>
            <p:nvPr/>
          </p:nvSpPr>
          <p:spPr>
            <a:xfrm flipH="false" flipV="false" rot="0">
              <a:off x="0" y="0"/>
              <a:ext cx="5398262" cy="2179574"/>
            </a:xfrm>
            <a:custGeom>
              <a:avLst/>
              <a:gdLst/>
              <a:ahLst/>
              <a:cxnLst/>
              <a:rect r="r" b="b" t="t" l="l"/>
              <a:pathLst>
                <a:path h="2179574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162683"/>
                  </a:lnTo>
                  <a:cubicBezTo>
                    <a:pt x="5398262" y="2172081"/>
                    <a:pt x="5390642" y="2179574"/>
                    <a:pt x="5381371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5381371" y="2145792"/>
                  </a:lnTo>
                  <a:lnTo>
                    <a:pt x="5381371" y="2162683"/>
                  </a:lnTo>
                  <a:lnTo>
                    <a:pt x="5364480" y="2162683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281" id="281"/>
          <p:cNvGrpSpPr/>
          <p:nvPr/>
        </p:nvGrpSpPr>
        <p:grpSpPr>
          <a:xfrm rot="0">
            <a:off x="13624560" y="6071616"/>
            <a:ext cx="4023360" cy="402336"/>
            <a:chOff x="0" y="0"/>
            <a:chExt cx="5364480" cy="536448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3734288" y="6108192"/>
            <a:ext cx="3803904" cy="365760"/>
            <a:chOff x="0" y="0"/>
            <a:chExt cx="5071872" cy="487680"/>
          </a:xfrm>
        </p:grpSpPr>
        <p:sp>
          <p:nvSpPr>
            <p:cNvPr name="Freeform 284" id="284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285" id="285"/>
            <p:cNvSpPr txBox="true"/>
            <p:nvPr/>
          </p:nvSpPr>
          <p:spPr>
            <a:xfrm>
              <a:off x="0" y="-38100"/>
              <a:ext cx="507187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/api/analytics 🔒</a:t>
              </a:r>
            </a:p>
          </p:txBody>
        </p:sp>
      </p:grpSp>
      <p:grpSp>
        <p:nvGrpSpPr>
          <p:cNvPr name="Group 286" id="286"/>
          <p:cNvGrpSpPr/>
          <p:nvPr/>
        </p:nvGrpSpPr>
        <p:grpSpPr>
          <a:xfrm rot="0">
            <a:off x="13734288" y="6528816"/>
            <a:ext cx="3803904" cy="365760"/>
            <a:chOff x="0" y="0"/>
            <a:chExt cx="5071872" cy="487680"/>
          </a:xfrm>
        </p:grpSpPr>
        <p:sp>
          <p:nvSpPr>
            <p:cNvPr name="Freeform 287" id="287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288" id="288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GET /sales, /cost</a:t>
              </a:r>
            </a:p>
          </p:txBody>
        </p:sp>
      </p:grpSp>
      <p:grpSp>
        <p:nvGrpSpPr>
          <p:cNvPr name="Group 289" id="289"/>
          <p:cNvGrpSpPr/>
          <p:nvPr/>
        </p:nvGrpSpPr>
        <p:grpSpPr>
          <a:xfrm rot="0">
            <a:off x="13734288" y="6894576"/>
            <a:ext cx="3803904" cy="365760"/>
            <a:chOff x="0" y="0"/>
            <a:chExt cx="5071872" cy="487680"/>
          </a:xfrm>
        </p:grpSpPr>
        <p:sp>
          <p:nvSpPr>
            <p:cNvPr name="Freeform 290" id="290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291" id="291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GET /inventory</a:t>
              </a:r>
            </a:p>
          </p:txBody>
        </p:sp>
      </p:grpSp>
      <p:grpSp>
        <p:nvGrpSpPr>
          <p:cNvPr name="Group 292" id="292"/>
          <p:cNvGrpSpPr/>
          <p:nvPr/>
        </p:nvGrpSpPr>
        <p:grpSpPr>
          <a:xfrm rot="0">
            <a:off x="13734288" y="7260336"/>
            <a:ext cx="3803904" cy="365760"/>
            <a:chOff x="0" y="0"/>
            <a:chExt cx="5071872" cy="487680"/>
          </a:xfrm>
        </p:grpSpPr>
        <p:sp>
          <p:nvSpPr>
            <p:cNvPr name="Freeform 293" id="293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294" id="294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GET /branch-compare</a:t>
              </a:r>
            </a:p>
          </p:txBody>
        </p:sp>
      </p:grpSp>
      <p:grpSp>
        <p:nvGrpSpPr>
          <p:cNvPr name="Group 295" id="295"/>
          <p:cNvGrpSpPr/>
          <p:nvPr/>
        </p:nvGrpSpPr>
        <p:grpSpPr>
          <a:xfrm rot="0">
            <a:off x="13611863" y="8070599"/>
            <a:ext cx="4048763" cy="1268987"/>
            <a:chOff x="0" y="0"/>
            <a:chExt cx="5398351" cy="1691983"/>
          </a:xfrm>
        </p:grpSpPr>
        <p:sp>
          <p:nvSpPr>
            <p:cNvPr name="Freeform 296" id="296"/>
            <p:cNvSpPr/>
            <p:nvPr/>
          </p:nvSpPr>
          <p:spPr>
            <a:xfrm flipH="false" flipV="false" rot="0">
              <a:off x="16891" y="16891"/>
              <a:ext cx="5364480" cy="1658112"/>
            </a:xfrm>
            <a:custGeom>
              <a:avLst/>
              <a:gdLst/>
              <a:ahLst/>
              <a:cxnLst/>
              <a:rect r="r" b="b" t="t" l="l"/>
              <a:pathLst>
                <a:path h="165811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5398262" cy="1691894"/>
            </a:xfrm>
            <a:custGeom>
              <a:avLst/>
              <a:gdLst/>
              <a:ahLst/>
              <a:cxnLst/>
              <a:rect r="r" b="b" t="t" l="l"/>
              <a:pathLst>
                <a:path h="1691894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675003"/>
                  </a:lnTo>
                  <a:cubicBezTo>
                    <a:pt x="5398262" y="1684401"/>
                    <a:pt x="5390642" y="1691894"/>
                    <a:pt x="5381371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5381371" y="1658112"/>
                  </a:lnTo>
                  <a:lnTo>
                    <a:pt x="5381371" y="1675003"/>
                  </a:lnTo>
                  <a:lnTo>
                    <a:pt x="5364480" y="1675003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624560" y="8083296"/>
            <a:ext cx="4023360" cy="402336"/>
            <a:chOff x="0" y="0"/>
            <a:chExt cx="5364480" cy="536448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0883E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734288" y="8119872"/>
            <a:ext cx="3803904" cy="365760"/>
            <a:chOff x="0" y="0"/>
            <a:chExt cx="5071872" cy="487680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302" id="302"/>
            <p:cNvSpPr txBox="true"/>
            <p:nvPr/>
          </p:nvSpPr>
          <p:spPr>
            <a:xfrm>
              <a:off x="0" y="-38100"/>
              <a:ext cx="507187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/api/ai</a:t>
              </a:r>
            </a:p>
          </p:txBody>
        </p:sp>
      </p:grpSp>
      <p:grpSp>
        <p:nvGrpSpPr>
          <p:cNvPr name="Group 303" id="303"/>
          <p:cNvGrpSpPr/>
          <p:nvPr/>
        </p:nvGrpSpPr>
        <p:grpSpPr>
          <a:xfrm rot="0">
            <a:off x="13734288" y="8540496"/>
            <a:ext cx="3803904" cy="365760"/>
            <a:chOff x="0" y="0"/>
            <a:chExt cx="5071872" cy="487680"/>
          </a:xfrm>
        </p:grpSpPr>
        <p:sp>
          <p:nvSpPr>
            <p:cNvPr name="Freeform 304" id="304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305" id="305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 /chat (Groq LLM)</a:t>
              </a:r>
            </a:p>
          </p:txBody>
        </p:sp>
      </p:grpSp>
      <p:grpSp>
        <p:nvGrpSpPr>
          <p:cNvPr name="Group 306" id="306"/>
          <p:cNvGrpSpPr/>
          <p:nvPr/>
        </p:nvGrpSpPr>
        <p:grpSpPr>
          <a:xfrm rot="0">
            <a:off x="13734288" y="8906256"/>
            <a:ext cx="3803904" cy="365760"/>
            <a:chOff x="0" y="0"/>
            <a:chExt cx="5071872" cy="487680"/>
          </a:xfrm>
        </p:grpSpPr>
        <p:sp>
          <p:nvSpPr>
            <p:cNvPr name="Freeform 307" id="307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308" id="308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GET /context</a:t>
              </a:r>
            </a:p>
          </p:txBody>
        </p:sp>
      </p:grpSp>
      <p:grpSp>
        <p:nvGrpSpPr>
          <p:cNvPr name="Group 309" id="309"/>
          <p:cNvGrpSpPr/>
          <p:nvPr/>
        </p:nvGrpSpPr>
        <p:grpSpPr>
          <a:xfrm rot="0">
            <a:off x="13611863" y="9350759"/>
            <a:ext cx="4048763" cy="903227"/>
            <a:chOff x="0" y="0"/>
            <a:chExt cx="5398351" cy="1204303"/>
          </a:xfrm>
        </p:grpSpPr>
        <p:sp>
          <p:nvSpPr>
            <p:cNvPr name="Freeform 310" id="310"/>
            <p:cNvSpPr/>
            <p:nvPr/>
          </p:nvSpPr>
          <p:spPr>
            <a:xfrm flipH="false" flipV="false" rot="0">
              <a:off x="16891" y="16891"/>
              <a:ext cx="53644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311" id="311"/>
            <p:cNvSpPr/>
            <p:nvPr/>
          </p:nvSpPr>
          <p:spPr>
            <a:xfrm flipH="false" flipV="false" rot="0">
              <a:off x="0" y="0"/>
              <a:ext cx="5398262" cy="1204216"/>
            </a:xfrm>
            <a:custGeom>
              <a:avLst/>
              <a:gdLst/>
              <a:ahLst/>
              <a:cxnLst/>
              <a:rect r="r" b="b" t="t" l="l"/>
              <a:pathLst>
                <a:path h="1204216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187323"/>
                  </a:lnTo>
                  <a:cubicBezTo>
                    <a:pt x="5398262" y="1196721"/>
                    <a:pt x="5390642" y="1204214"/>
                    <a:pt x="538137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5381371" y="1170432"/>
                  </a:lnTo>
                  <a:lnTo>
                    <a:pt x="5381371" y="1187323"/>
                  </a:lnTo>
                  <a:lnTo>
                    <a:pt x="5364480" y="1187323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9D353"/>
            </a:solidFill>
          </p:spPr>
        </p:sp>
      </p:grpSp>
      <p:grpSp>
        <p:nvGrpSpPr>
          <p:cNvPr name="Group 312" id="312"/>
          <p:cNvGrpSpPr/>
          <p:nvPr/>
        </p:nvGrpSpPr>
        <p:grpSpPr>
          <a:xfrm rot="0">
            <a:off x="13624560" y="9363456"/>
            <a:ext cx="4023360" cy="402336"/>
            <a:chOff x="0" y="0"/>
            <a:chExt cx="5364480" cy="536448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39D353"/>
            </a:solidFill>
          </p:spPr>
        </p:sp>
      </p:grpSp>
      <p:grpSp>
        <p:nvGrpSpPr>
          <p:cNvPr name="Group 314" id="314"/>
          <p:cNvGrpSpPr/>
          <p:nvPr/>
        </p:nvGrpSpPr>
        <p:grpSpPr>
          <a:xfrm rot="0">
            <a:off x="13734288" y="9400032"/>
            <a:ext cx="3803904" cy="365760"/>
            <a:chOff x="0" y="0"/>
            <a:chExt cx="5071872" cy="487680"/>
          </a:xfrm>
        </p:grpSpPr>
        <p:sp>
          <p:nvSpPr>
            <p:cNvPr name="Freeform 315" id="315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316" id="316"/>
            <p:cNvSpPr txBox="true"/>
            <p:nvPr/>
          </p:nvSpPr>
          <p:spPr>
            <a:xfrm>
              <a:off x="0" y="-38100"/>
              <a:ext cx="507187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/api/notifications</a:t>
              </a:r>
            </a:p>
          </p:txBody>
        </p:sp>
      </p:grpSp>
      <p:grpSp>
        <p:nvGrpSpPr>
          <p:cNvPr name="Group 317" id="317"/>
          <p:cNvGrpSpPr/>
          <p:nvPr/>
        </p:nvGrpSpPr>
        <p:grpSpPr>
          <a:xfrm rot="0">
            <a:off x="13734288" y="9820656"/>
            <a:ext cx="3803904" cy="365760"/>
            <a:chOff x="0" y="0"/>
            <a:chExt cx="5071872" cy="487680"/>
          </a:xfrm>
        </p:grpSpPr>
        <p:sp>
          <p:nvSpPr>
            <p:cNvPr name="Freeform 318" id="318"/>
            <p:cNvSpPr/>
            <p:nvPr/>
          </p:nvSpPr>
          <p:spPr>
            <a:xfrm flipH="false" flipV="false" rot="0">
              <a:off x="0" y="0"/>
              <a:ext cx="5071872" cy="487680"/>
            </a:xfrm>
            <a:custGeom>
              <a:avLst/>
              <a:gdLst/>
              <a:ahLst/>
              <a:cxnLst/>
              <a:rect r="r" b="b" t="t" l="l"/>
              <a:pathLst>
                <a:path h="48768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319" id="319"/>
            <p:cNvSpPr txBox="true"/>
            <p:nvPr/>
          </p:nvSpPr>
          <p:spPr>
            <a:xfrm>
              <a:off x="0" y="-28575"/>
              <a:ext cx="507187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GET /, POST /mark-read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46304" cy="1316736"/>
            <a:chOff x="0" y="0"/>
            <a:chExt cx="195072" cy="17556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072" cy="1755648"/>
            </a:xfrm>
            <a:custGeom>
              <a:avLst/>
              <a:gdLst/>
              <a:ahLst/>
              <a:cxnLst/>
              <a:rect r="r" b="b" t="t" l="l"/>
              <a:pathLst>
                <a:path h="175564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65760" y="109728"/>
            <a:ext cx="12801600" cy="822960"/>
            <a:chOff x="0" y="0"/>
            <a:chExt cx="1706880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70688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58A6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 &amp; 13 — Redux State Tree + Mobile Navigation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65760" y="877824"/>
            <a:ext cx="16459200" cy="402336"/>
            <a:chOff x="0" y="0"/>
            <a:chExt cx="21945600" cy="5364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7115" r="0" b="-74711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945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Web Redux slices &amp; services | Expo Router file-based navigation with auth guard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61623" y="1486919"/>
            <a:ext cx="8529323" cy="5237483"/>
            <a:chOff x="0" y="0"/>
            <a:chExt cx="11372431" cy="698331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11338560" cy="6949440"/>
            </a:xfrm>
            <a:custGeom>
              <a:avLst/>
              <a:gdLst/>
              <a:ahLst/>
              <a:cxnLst/>
              <a:rect r="r" b="b" t="t" l="l"/>
              <a:pathLst>
                <a:path h="694944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6949440"/>
                  </a:lnTo>
                  <a:lnTo>
                    <a:pt x="0" y="694944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372342" cy="6983222"/>
            </a:xfrm>
            <a:custGeom>
              <a:avLst/>
              <a:gdLst/>
              <a:ahLst/>
              <a:cxnLst/>
              <a:rect r="r" b="b" t="t" l="l"/>
              <a:pathLst>
                <a:path h="6983222" w="11372342">
                  <a:moveTo>
                    <a:pt x="16891" y="0"/>
                  </a:moveTo>
                  <a:lnTo>
                    <a:pt x="11355451" y="0"/>
                  </a:lnTo>
                  <a:cubicBezTo>
                    <a:pt x="11364849" y="0"/>
                    <a:pt x="11372342" y="7620"/>
                    <a:pt x="11372342" y="16891"/>
                  </a:cubicBezTo>
                  <a:lnTo>
                    <a:pt x="11372342" y="6966331"/>
                  </a:lnTo>
                  <a:cubicBezTo>
                    <a:pt x="11372342" y="6975729"/>
                    <a:pt x="11364722" y="6983222"/>
                    <a:pt x="11355451" y="6983222"/>
                  </a:cubicBezTo>
                  <a:lnTo>
                    <a:pt x="16891" y="6983222"/>
                  </a:lnTo>
                  <a:cubicBezTo>
                    <a:pt x="7493" y="6983222"/>
                    <a:pt x="0" y="6975602"/>
                    <a:pt x="0" y="6966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66331"/>
                  </a:lnTo>
                  <a:lnTo>
                    <a:pt x="16891" y="6966331"/>
                  </a:lnTo>
                  <a:lnTo>
                    <a:pt x="16891" y="6949440"/>
                  </a:lnTo>
                  <a:lnTo>
                    <a:pt x="11355451" y="6949440"/>
                  </a:lnTo>
                  <a:lnTo>
                    <a:pt x="11355451" y="6966331"/>
                  </a:lnTo>
                  <a:lnTo>
                    <a:pt x="11338560" y="6966331"/>
                  </a:lnTo>
                  <a:lnTo>
                    <a:pt x="11338560" y="16891"/>
                  </a:lnTo>
                  <a:lnTo>
                    <a:pt x="11355451" y="16891"/>
                  </a:lnTo>
                  <a:lnTo>
                    <a:pt x="11355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74320" y="1499616"/>
            <a:ext cx="8503920" cy="512064"/>
            <a:chOff x="0" y="0"/>
            <a:chExt cx="11338560" cy="6827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338560" cy="682752"/>
            </a:xfrm>
            <a:custGeom>
              <a:avLst/>
              <a:gdLst/>
              <a:ahLst/>
              <a:cxnLst/>
              <a:rect r="r" b="b" t="t" l="l"/>
              <a:pathLst>
                <a:path h="682752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84048" y="1536192"/>
            <a:ext cx="8321040" cy="438912"/>
            <a:chOff x="0" y="0"/>
            <a:chExt cx="11094720" cy="5852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094720" cy="585216"/>
            </a:xfrm>
            <a:custGeom>
              <a:avLst/>
              <a:gdLst/>
              <a:ahLst/>
              <a:cxnLst/>
              <a:rect r="r" b="b" t="t" l="l"/>
              <a:pathLst>
                <a:path h="585216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9403" r="0" b="-31940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10947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Redux Store (Web — food-management)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44503" y="2053847"/>
            <a:ext cx="8163563" cy="1945643"/>
            <a:chOff x="0" y="0"/>
            <a:chExt cx="10884751" cy="25941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10850881" cy="2560320"/>
            </a:xfrm>
            <a:custGeom>
              <a:avLst/>
              <a:gdLst/>
              <a:ahLst/>
              <a:cxnLst/>
              <a:rect r="r" b="b" t="t" l="l"/>
              <a:pathLst>
                <a:path h="2560320" w="10850881">
                  <a:moveTo>
                    <a:pt x="0" y="0"/>
                  </a:moveTo>
                  <a:lnTo>
                    <a:pt x="10850881" y="0"/>
                  </a:lnTo>
                  <a:lnTo>
                    <a:pt x="10850881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884662" cy="2594102"/>
            </a:xfrm>
            <a:custGeom>
              <a:avLst/>
              <a:gdLst/>
              <a:ahLst/>
              <a:cxnLst/>
              <a:rect r="r" b="b" t="t" l="l"/>
              <a:pathLst>
                <a:path h="2594102" w="10884662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7620"/>
                    <a:pt x="10884662" y="16891"/>
                  </a:cubicBezTo>
                  <a:lnTo>
                    <a:pt x="10884662" y="2577211"/>
                  </a:lnTo>
                  <a:cubicBezTo>
                    <a:pt x="10884662" y="2586609"/>
                    <a:pt x="10877042" y="2594102"/>
                    <a:pt x="10867772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10867772" y="2560320"/>
                  </a:lnTo>
                  <a:lnTo>
                    <a:pt x="10867772" y="2577211"/>
                  </a:lnTo>
                  <a:lnTo>
                    <a:pt x="10850880" y="2577211"/>
                  </a:lnTo>
                  <a:lnTo>
                    <a:pt x="10850880" y="16891"/>
                  </a:lnTo>
                  <a:lnTo>
                    <a:pt x="10867772" y="16891"/>
                  </a:lnTo>
                  <a:lnTo>
                    <a:pt x="10867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40080" y="2139696"/>
            <a:ext cx="3657600" cy="402336"/>
            <a:chOff x="0" y="0"/>
            <a:chExt cx="4876800" cy="53644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76800" cy="536448"/>
            </a:xfrm>
            <a:custGeom>
              <a:avLst/>
              <a:gdLst/>
              <a:ahLst/>
              <a:cxnLst/>
              <a:rect r="r" b="b" t="t" l="l"/>
              <a:pathLst>
                <a:path h="53644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8768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3FB9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 slice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40080" y="2560320"/>
            <a:ext cx="7772400" cy="292608"/>
            <a:chOff x="0" y="0"/>
            <a:chExt cx="10363200" cy="39014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363200" cy="390144"/>
            </a:xfrm>
            <a:custGeom>
              <a:avLst/>
              <a:gdLst/>
              <a:ahLst/>
              <a:cxnLst/>
              <a:rect r="r" b="b" t="t" l="l"/>
              <a:pathLst>
                <a:path h="390144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571" r="0" b="-46757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10363200" cy="418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user {id, username, email, role, branchId}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40080" y="2834640"/>
            <a:ext cx="7772400" cy="292608"/>
            <a:chOff x="0" y="0"/>
            <a:chExt cx="10363200" cy="3901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363200" cy="390144"/>
            </a:xfrm>
            <a:custGeom>
              <a:avLst/>
              <a:gdLst/>
              <a:ahLst/>
              <a:cxnLst/>
              <a:rect r="r" b="b" t="t" l="l"/>
              <a:pathLst>
                <a:path h="390144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571" r="0" b="-46757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10363200" cy="418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token (JWT string)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40080" y="3108960"/>
            <a:ext cx="7772400" cy="292608"/>
            <a:chOff x="0" y="0"/>
            <a:chExt cx="10363200" cy="39014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363200" cy="390144"/>
            </a:xfrm>
            <a:custGeom>
              <a:avLst/>
              <a:gdLst/>
              <a:ahLst/>
              <a:cxnLst/>
              <a:rect r="r" b="b" t="t" l="l"/>
              <a:pathLst>
                <a:path h="390144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571" r="0" b="-46757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10363200" cy="418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isAuthenticated (boolean)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40080" y="3383280"/>
            <a:ext cx="7772400" cy="292608"/>
            <a:chOff x="0" y="0"/>
            <a:chExt cx="10363200" cy="39014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363200" cy="390144"/>
            </a:xfrm>
            <a:custGeom>
              <a:avLst/>
              <a:gdLst/>
              <a:ahLst/>
              <a:cxnLst/>
              <a:rect r="r" b="b" t="t" l="l"/>
              <a:pathLst>
                <a:path h="390144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571" r="0" b="-46757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10363200" cy="418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loading, error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40080" y="3657600"/>
            <a:ext cx="7772400" cy="292608"/>
            <a:chOff x="0" y="0"/>
            <a:chExt cx="10363200" cy="39014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363200" cy="390144"/>
            </a:xfrm>
            <a:custGeom>
              <a:avLst/>
              <a:gdLst/>
              <a:ahLst/>
              <a:cxnLst/>
              <a:rect r="r" b="b" t="t" l="l"/>
              <a:pathLst>
                <a:path h="390144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571" r="0" b="-46757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10363200" cy="418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Actions: login(), logout(), loadUserFromStorage()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444503" y="4248407"/>
            <a:ext cx="8163563" cy="1945643"/>
            <a:chOff x="0" y="0"/>
            <a:chExt cx="10884751" cy="259419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6891" y="16891"/>
              <a:ext cx="10850881" cy="2560320"/>
            </a:xfrm>
            <a:custGeom>
              <a:avLst/>
              <a:gdLst/>
              <a:ahLst/>
              <a:cxnLst/>
              <a:rect r="r" b="b" t="t" l="l"/>
              <a:pathLst>
                <a:path h="2560320" w="10850881">
                  <a:moveTo>
                    <a:pt x="0" y="0"/>
                  </a:moveTo>
                  <a:lnTo>
                    <a:pt x="10850881" y="0"/>
                  </a:lnTo>
                  <a:lnTo>
                    <a:pt x="10850881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884662" cy="2594102"/>
            </a:xfrm>
            <a:custGeom>
              <a:avLst/>
              <a:gdLst/>
              <a:ahLst/>
              <a:cxnLst/>
              <a:rect r="r" b="b" t="t" l="l"/>
              <a:pathLst>
                <a:path h="2594102" w="10884662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7620"/>
                    <a:pt x="10884662" y="16891"/>
                  </a:cubicBezTo>
                  <a:lnTo>
                    <a:pt x="10884662" y="2577211"/>
                  </a:lnTo>
                  <a:cubicBezTo>
                    <a:pt x="10884662" y="2586609"/>
                    <a:pt x="10877042" y="2594102"/>
                    <a:pt x="10867772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10867772" y="2560320"/>
                  </a:lnTo>
                  <a:lnTo>
                    <a:pt x="10867772" y="2577211"/>
                  </a:lnTo>
                  <a:lnTo>
                    <a:pt x="10850880" y="2577211"/>
                  </a:lnTo>
                  <a:lnTo>
                    <a:pt x="10850880" y="16891"/>
                  </a:lnTo>
                  <a:lnTo>
                    <a:pt x="10867772" y="16891"/>
                  </a:lnTo>
                  <a:lnTo>
                    <a:pt x="10867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640080" y="4334256"/>
            <a:ext cx="3657600" cy="402336"/>
            <a:chOff x="0" y="0"/>
            <a:chExt cx="4876800" cy="53644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876800" cy="536448"/>
            </a:xfrm>
            <a:custGeom>
              <a:avLst/>
              <a:gdLst/>
              <a:ahLst/>
              <a:cxnLst/>
              <a:rect r="r" b="b" t="t" l="l"/>
              <a:pathLst>
                <a:path h="53644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48768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D299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recipe slice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40080" y="4754880"/>
            <a:ext cx="7772400" cy="292608"/>
            <a:chOff x="0" y="0"/>
            <a:chExt cx="10363200" cy="39014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363200" cy="390144"/>
            </a:xfrm>
            <a:custGeom>
              <a:avLst/>
              <a:gdLst/>
              <a:ahLst/>
              <a:cxnLst/>
              <a:rect r="r" b="b" t="t" l="l"/>
              <a:pathLst>
                <a:path h="390144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571" r="0" b="-46757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10363200" cy="418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recipes[] (list)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40080" y="5029200"/>
            <a:ext cx="7772400" cy="292608"/>
            <a:chOff x="0" y="0"/>
            <a:chExt cx="10363200" cy="39014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363200" cy="390144"/>
            </a:xfrm>
            <a:custGeom>
              <a:avLst/>
              <a:gdLst/>
              <a:ahLst/>
              <a:cxnLst/>
              <a:rect r="r" b="b" t="t" l="l"/>
              <a:pathLst>
                <a:path h="390144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571" r="0" b="-46757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10363200" cy="418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selectedRecipe (detail)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40080" y="5303520"/>
            <a:ext cx="7772400" cy="292608"/>
            <a:chOff x="0" y="0"/>
            <a:chExt cx="10363200" cy="39014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363200" cy="390144"/>
            </a:xfrm>
            <a:custGeom>
              <a:avLst/>
              <a:gdLst/>
              <a:ahLst/>
              <a:cxnLst/>
              <a:rect r="r" b="b" t="t" l="l"/>
              <a:pathLst>
                <a:path h="390144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571" r="0" b="-46757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10363200" cy="418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loading, error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40080" y="5577840"/>
            <a:ext cx="7772400" cy="292608"/>
            <a:chOff x="0" y="0"/>
            <a:chExt cx="10363200" cy="39014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363200" cy="390144"/>
            </a:xfrm>
            <a:custGeom>
              <a:avLst/>
              <a:gdLst/>
              <a:ahLst/>
              <a:cxnLst/>
              <a:rect r="r" b="b" t="t" l="l"/>
              <a:pathLst>
                <a:path h="390144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571" r="0" b="-46757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28575"/>
              <a:ext cx="10363200" cy="418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Actions: fetchRecipes(), fetchRecipeById()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40080" y="5852160"/>
            <a:ext cx="7772400" cy="292608"/>
            <a:chOff x="0" y="0"/>
            <a:chExt cx="10363200" cy="39014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363200" cy="390144"/>
            </a:xfrm>
            <a:custGeom>
              <a:avLst/>
              <a:gdLst/>
              <a:ahLst/>
              <a:cxnLst/>
              <a:rect r="r" b="b" t="t" l="l"/>
              <a:pathLst>
                <a:path h="390144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571" r="0" b="-46757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10363200" cy="418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createRecipe(), updateRecipe(), deleteRecipe()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261623" y="6900167"/>
            <a:ext cx="8529323" cy="2768603"/>
            <a:chOff x="0" y="0"/>
            <a:chExt cx="11372431" cy="369147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6891" y="16891"/>
              <a:ext cx="1133856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372342" cy="3691382"/>
            </a:xfrm>
            <a:custGeom>
              <a:avLst/>
              <a:gdLst/>
              <a:ahLst/>
              <a:cxnLst/>
              <a:rect r="r" b="b" t="t" l="l"/>
              <a:pathLst>
                <a:path h="3691382" w="11372342">
                  <a:moveTo>
                    <a:pt x="16891" y="0"/>
                  </a:moveTo>
                  <a:lnTo>
                    <a:pt x="11355451" y="0"/>
                  </a:lnTo>
                  <a:cubicBezTo>
                    <a:pt x="11364849" y="0"/>
                    <a:pt x="11372342" y="7620"/>
                    <a:pt x="11372342" y="16891"/>
                  </a:cubicBezTo>
                  <a:lnTo>
                    <a:pt x="11372342" y="3674491"/>
                  </a:lnTo>
                  <a:cubicBezTo>
                    <a:pt x="11372342" y="3683889"/>
                    <a:pt x="11364722" y="3691382"/>
                    <a:pt x="11355451" y="3691382"/>
                  </a:cubicBezTo>
                  <a:lnTo>
                    <a:pt x="16891" y="3691382"/>
                  </a:lnTo>
                  <a:cubicBezTo>
                    <a:pt x="7493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16891" y="3657600"/>
                  </a:lnTo>
                  <a:lnTo>
                    <a:pt x="11355451" y="3657600"/>
                  </a:lnTo>
                  <a:lnTo>
                    <a:pt x="11355451" y="3674491"/>
                  </a:lnTo>
                  <a:lnTo>
                    <a:pt x="11338560" y="3674491"/>
                  </a:lnTo>
                  <a:lnTo>
                    <a:pt x="11338560" y="16891"/>
                  </a:lnTo>
                  <a:lnTo>
                    <a:pt x="11355451" y="16891"/>
                  </a:lnTo>
                  <a:lnTo>
                    <a:pt x="11355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457200" y="6986016"/>
            <a:ext cx="8138160" cy="402336"/>
            <a:chOff x="0" y="0"/>
            <a:chExt cx="10850880" cy="53644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850880" cy="536448"/>
            </a:xfrm>
            <a:custGeom>
              <a:avLst/>
              <a:gdLst/>
              <a:ahLst/>
              <a:cxnLst/>
              <a:rect r="r" b="b" t="t" l="l"/>
              <a:pathLst>
                <a:path h="536448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129" r="0" b="-344129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08508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8B949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Service Layer (Axios — called directly from components)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450847" y="7436863"/>
            <a:ext cx="2024377" cy="488185"/>
            <a:chOff x="0" y="0"/>
            <a:chExt cx="2699169" cy="650913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8509" y="8509"/>
              <a:ext cx="2682240" cy="633984"/>
            </a:xfrm>
            <a:custGeom>
              <a:avLst/>
              <a:gdLst/>
              <a:ahLst/>
              <a:cxnLst/>
              <a:rect r="r" b="b" t="t" l="l"/>
              <a:pathLst>
                <a:path h="63398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699258" cy="651002"/>
            </a:xfrm>
            <a:custGeom>
              <a:avLst/>
              <a:gdLst/>
              <a:ahLst/>
              <a:cxnLst/>
              <a:rect r="r" b="b" t="t" l="l"/>
              <a:pathLst>
                <a:path h="651002" w="2699258">
                  <a:moveTo>
                    <a:pt x="8509" y="0"/>
                  </a:moveTo>
                  <a:lnTo>
                    <a:pt x="2690749" y="0"/>
                  </a:lnTo>
                  <a:cubicBezTo>
                    <a:pt x="2695448" y="0"/>
                    <a:pt x="2699258" y="3810"/>
                    <a:pt x="2699258" y="8509"/>
                  </a:cubicBezTo>
                  <a:lnTo>
                    <a:pt x="2699258" y="642493"/>
                  </a:lnTo>
                  <a:cubicBezTo>
                    <a:pt x="2699258" y="647192"/>
                    <a:pt x="2695448" y="651002"/>
                    <a:pt x="2690749" y="651002"/>
                  </a:cubicBezTo>
                  <a:lnTo>
                    <a:pt x="8509" y="651002"/>
                  </a:lnTo>
                  <a:cubicBezTo>
                    <a:pt x="3810" y="651002"/>
                    <a:pt x="0" y="647192"/>
                    <a:pt x="0" y="64249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42493"/>
                  </a:lnTo>
                  <a:lnTo>
                    <a:pt x="8509" y="642493"/>
                  </a:lnTo>
                  <a:lnTo>
                    <a:pt x="8509" y="633984"/>
                  </a:lnTo>
                  <a:lnTo>
                    <a:pt x="2690749" y="633984"/>
                  </a:lnTo>
                  <a:lnTo>
                    <a:pt x="2690749" y="642493"/>
                  </a:lnTo>
                  <a:lnTo>
                    <a:pt x="2682240" y="642493"/>
                  </a:lnTo>
                  <a:lnTo>
                    <a:pt x="2682240" y="8509"/>
                  </a:lnTo>
                  <a:lnTo>
                    <a:pt x="2690749" y="8509"/>
                  </a:lnTo>
                  <a:lnTo>
                    <a:pt x="26907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530352" y="7498080"/>
            <a:ext cx="1865376" cy="402336"/>
            <a:chOff x="0" y="0"/>
            <a:chExt cx="2487168" cy="53644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487168" cy="536448"/>
            </a:xfrm>
            <a:custGeom>
              <a:avLst/>
              <a:gdLst/>
              <a:ahLst/>
              <a:cxnLst/>
              <a:rect r="r" b="b" t="t" l="l"/>
              <a:pathLst>
                <a:path h="536448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39" r="0" b="-40339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248716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authService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2553967" y="7436863"/>
            <a:ext cx="2024377" cy="488185"/>
            <a:chOff x="0" y="0"/>
            <a:chExt cx="2699169" cy="650913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8509" y="8509"/>
              <a:ext cx="2682240" cy="633984"/>
            </a:xfrm>
            <a:custGeom>
              <a:avLst/>
              <a:gdLst/>
              <a:ahLst/>
              <a:cxnLst/>
              <a:rect r="r" b="b" t="t" l="l"/>
              <a:pathLst>
                <a:path h="63398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699258" cy="651002"/>
            </a:xfrm>
            <a:custGeom>
              <a:avLst/>
              <a:gdLst/>
              <a:ahLst/>
              <a:cxnLst/>
              <a:rect r="r" b="b" t="t" l="l"/>
              <a:pathLst>
                <a:path h="651002" w="2699258">
                  <a:moveTo>
                    <a:pt x="8509" y="0"/>
                  </a:moveTo>
                  <a:lnTo>
                    <a:pt x="2690749" y="0"/>
                  </a:lnTo>
                  <a:cubicBezTo>
                    <a:pt x="2695448" y="0"/>
                    <a:pt x="2699258" y="3810"/>
                    <a:pt x="2699258" y="8509"/>
                  </a:cubicBezTo>
                  <a:lnTo>
                    <a:pt x="2699258" y="642493"/>
                  </a:lnTo>
                  <a:cubicBezTo>
                    <a:pt x="2699258" y="647192"/>
                    <a:pt x="2695448" y="651002"/>
                    <a:pt x="2690749" y="651002"/>
                  </a:cubicBezTo>
                  <a:lnTo>
                    <a:pt x="8509" y="651002"/>
                  </a:lnTo>
                  <a:cubicBezTo>
                    <a:pt x="3810" y="651002"/>
                    <a:pt x="0" y="647192"/>
                    <a:pt x="0" y="64249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42493"/>
                  </a:lnTo>
                  <a:lnTo>
                    <a:pt x="8509" y="642493"/>
                  </a:lnTo>
                  <a:lnTo>
                    <a:pt x="8509" y="633984"/>
                  </a:lnTo>
                  <a:lnTo>
                    <a:pt x="2690749" y="633984"/>
                  </a:lnTo>
                  <a:lnTo>
                    <a:pt x="2690749" y="642493"/>
                  </a:lnTo>
                  <a:lnTo>
                    <a:pt x="2682240" y="642493"/>
                  </a:lnTo>
                  <a:lnTo>
                    <a:pt x="2682240" y="8509"/>
                  </a:lnTo>
                  <a:lnTo>
                    <a:pt x="2690749" y="8509"/>
                  </a:lnTo>
                  <a:lnTo>
                    <a:pt x="26907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2633472" y="7498080"/>
            <a:ext cx="1865376" cy="402336"/>
            <a:chOff x="0" y="0"/>
            <a:chExt cx="2487168" cy="53644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487168" cy="536448"/>
            </a:xfrm>
            <a:custGeom>
              <a:avLst/>
              <a:gdLst/>
              <a:ahLst/>
              <a:cxnLst/>
              <a:rect r="r" b="b" t="t" l="l"/>
              <a:pathLst>
                <a:path h="536448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39" r="0" b="-40339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248716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recipeService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4657087" y="7436863"/>
            <a:ext cx="2024377" cy="488185"/>
            <a:chOff x="0" y="0"/>
            <a:chExt cx="2699169" cy="650913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8509" y="8509"/>
              <a:ext cx="2682240" cy="633984"/>
            </a:xfrm>
            <a:custGeom>
              <a:avLst/>
              <a:gdLst/>
              <a:ahLst/>
              <a:cxnLst/>
              <a:rect r="r" b="b" t="t" l="l"/>
              <a:pathLst>
                <a:path h="63398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699258" cy="651002"/>
            </a:xfrm>
            <a:custGeom>
              <a:avLst/>
              <a:gdLst/>
              <a:ahLst/>
              <a:cxnLst/>
              <a:rect r="r" b="b" t="t" l="l"/>
              <a:pathLst>
                <a:path h="651002" w="2699258">
                  <a:moveTo>
                    <a:pt x="8509" y="0"/>
                  </a:moveTo>
                  <a:lnTo>
                    <a:pt x="2690749" y="0"/>
                  </a:lnTo>
                  <a:cubicBezTo>
                    <a:pt x="2695448" y="0"/>
                    <a:pt x="2699258" y="3810"/>
                    <a:pt x="2699258" y="8509"/>
                  </a:cubicBezTo>
                  <a:lnTo>
                    <a:pt x="2699258" y="642493"/>
                  </a:lnTo>
                  <a:cubicBezTo>
                    <a:pt x="2699258" y="647192"/>
                    <a:pt x="2695448" y="651002"/>
                    <a:pt x="2690749" y="651002"/>
                  </a:cubicBezTo>
                  <a:lnTo>
                    <a:pt x="8509" y="651002"/>
                  </a:lnTo>
                  <a:cubicBezTo>
                    <a:pt x="3810" y="651002"/>
                    <a:pt x="0" y="647192"/>
                    <a:pt x="0" y="64249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42493"/>
                  </a:lnTo>
                  <a:lnTo>
                    <a:pt x="8509" y="642493"/>
                  </a:lnTo>
                  <a:lnTo>
                    <a:pt x="8509" y="633984"/>
                  </a:lnTo>
                  <a:lnTo>
                    <a:pt x="2690749" y="633984"/>
                  </a:lnTo>
                  <a:lnTo>
                    <a:pt x="2690749" y="642493"/>
                  </a:lnTo>
                  <a:lnTo>
                    <a:pt x="2682240" y="642493"/>
                  </a:lnTo>
                  <a:lnTo>
                    <a:pt x="2682240" y="8509"/>
                  </a:lnTo>
                  <a:lnTo>
                    <a:pt x="2690749" y="8509"/>
                  </a:lnTo>
                  <a:lnTo>
                    <a:pt x="26907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4736592" y="7498080"/>
            <a:ext cx="1865376" cy="402336"/>
            <a:chOff x="0" y="0"/>
            <a:chExt cx="2487168" cy="53644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487168" cy="536448"/>
            </a:xfrm>
            <a:custGeom>
              <a:avLst/>
              <a:gdLst/>
              <a:ahLst/>
              <a:cxnLst/>
              <a:rect r="r" b="b" t="t" l="l"/>
              <a:pathLst>
                <a:path h="536448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39" r="0" b="-40339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248716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inventoryService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6760207" y="7436863"/>
            <a:ext cx="2024377" cy="488185"/>
            <a:chOff x="0" y="0"/>
            <a:chExt cx="2699169" cy="650913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8509" y="8509"/>
              <a:ext cx="2682240" cy="633984"/>
            </a:xfrm>
            <a:custGeom>
              <a:avLst/>
              <a:gdLst/>
              <a:ahLst/>
              <a:cxnLst/>
              <a:rect r="r" b="b" t="t" l="l"/>
              <a:pathLst>
                <a:path h="63398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699258" cy="651002"/>
            </a:xfrm>
            <a:custGeom>
              <a:avLst/>
              <a:gdLst/>
              <a:ahLst/>
              <a:cxnLst/>
              <a:rect r="r" b="b" t="t" l="l"/>
              <a:pathLst>
                <a:path h="651002" w="2699258">
                  <a:moveTo>
                    <a:pt x="8509" y="0"/>
                  </a:moveTo>
                  <a:lnTo>
                    <a:pt x="2690749" y="0"/>
                  </a:lnTo>
                  <a:cubicBezTo>
                    <a:pt x="2695448" y="0"/>
                    <a:pt x="2699258" y="3810"/>
                    <a:pt x="2699258" y="8509"/>
                  </a:cubicBezTo>
                  <a:lnTo>
                    <a:pt x="2699258" y="642493"/>
                  </a:lnTo>
                  <a:cubicBezTo>
                    <a:pt x="2699258" y="647192"/>
                    <a:pt x="2695448" y="651002"/>
                    <a:pt x="2690749" y="651002"/>
                  </a:cubicBezTo>
                  <a:lnTo>
                    <a:pt x="8509" y="651002"/>
                  </a:lnTo>
                  <a:cubicBezTo>
                    <a:pt x="3810" y="651002"/>
                    <a:pt x="0" y="647192"/>
                    <a:pt x="0" y="64249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42493"/>
                  </a:lnTo>
                  <a:lnTo>
                    <a:pt x="8509" y="642493"/>
                  </a:lnTo>
                  <a:lnTo>
                    <a:pt x="8509" y="633984"/>
                  </a:lnTo>
                  <a:lnTo>
                    <a:pt x="2690749" y="633984"/>
                  </a:lnTo>
                  <a:lnTo>
                    <a:pt x="2690749" y="642493"/>
                  </a:lnTo>
                  <a:lnTo>
                    <a:pt x="2682240" y="642493"/>
                  </a:lnTo>
                  <a:lnTo>
                    <a:pt x="2682240" y="8509"/>
                  </a:lnTo>
                  <a:lnTo>
                    <a:pt x="2690749" y="8509"/>
                  </a:lnTo>
                  <a:lnTo>
                    <a:pt x="26907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6839712" y="7498080"/>
            <a:ext cx="1865376" cy="402336"/>
            <a:chOff x="0" y="0"/>
            <a:chExt cx="2487168" cy="53644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487168" cy="536448"/>
            </a:xfrm>
            <a:custGeom>
              <a:avLst/>
              <a:gdLst/>
              <a:ahLst/>
              <a:cxnLst/>
              <a:rect r="r" b="b" t="t" l="l"/>
              <a:pathLst>
                <a:path h="536448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39" r="0" b="-40339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248716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menuService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450847" y="8022079"/>
            <a:ext cx="2024377" cy="488185"/>
            <a:chOff x="0" y="0"/>
            <a:chExt cx="2699169" cy="650913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8509" y="8509"/>
              <a:ext cx="2682240" cy="633984"/>
            </a:xfrm>
            <a:custGeom>
              <a:avLst/>
              <a:gdLst/>
              <a:ahLst/>
              <a:cxnLst/>
              <a:rect r="r" b="b" t="t" l="l"/>
              <a:pathLst>
                <a:path h="63398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699258" cy="651002"/>
            </a:xfrm>
            <a:custGeom>
              <a:avLst/>
              <a:gdLst/>
              <a:ahLst/>
              <a:cxnLst/>
              <a:rect r="r" b="b" t="t" l="l"/>
              <a:pathLst>
                <a:path h="651002" w="2699258">
                  <a:moveTo>
                    <a:pt x="8509" y="0"/>
                  </a:moveTo>
                  <a:lnTo>
                    <a:pt x="2690749" y="0"/>
                  </a:lnTo>
                  <a:cubicBezTo>
                    <a:pt x="2695448" y="0"/>
                    <a:pt x="2699258" y="3810"/>
                    <a:pt x="2699258" y="8509"/>
                  </a:cubicBezTo>
                  <a:lnTo>
                    <a:pt x="2699258" y="642493"/>
                  </a:lnTo>
                  <a:cubicBezTo>
                    <a:pt x="2699258" y="647192"/>
                    <a:pt x="2695448" y="651002"/>
                    <a:pt x="2690749" y="651002"/>
                  </a:cubicBezTo>
                  <a:lnTo>
                    <a:pt x="8509" y="651002"/>
                  </a:lnTo>
                  <a:cubicBezTo>
                    <a:pt x="3810" y="651002"/>
                    <a:pt x="0" y="647192"/>
                    <a:pt x="0" y="64249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42493"/>
                  </a:lnTo>
                  <a:lnTo>
                    <a:pt x="8509" y="642493"/>
                  </a:lnTo>
                  <a:lnTo>
                    <a:pt x="8509" y="633984"/>
                  </a:lnTo>
                  <a:lnTo>
                    <a:pt x="2690749" y="633984"/>
                  </a:lnTo>
                  <a:lnTo>
                    <a:pt x="2690749" y="642493"/>
                  </a:lnTo>
                  <a:lnTo>
                    <a:pt x="2682240" y="642493"/>
                  </a:lnTo>
                  <a:lnTo>
                    <a:pt x="2682240" y="8509"/>
                  </a:lnTo>
                  <a:lnTo>
                    <a:pt x="2690749" y="8509"/>
                  </a:lnTo>
                  <a:lnTo>
                    <a:pt x="26907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530352" y="8083296"/>
            <a:ext cx="1865376" cy="402336"/>
            <a:chOff x="0" y="0"/>
            <a:chExt cx="2487168" cy="536448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487168" cy="536448"/>
            </a:xfrm>
            <a:custGeom>
              <a:avLst/>
              <a:gdLst/>
              <a:ahLst/>
              <a:cxnLst/>
              <a:rect r="r" b="b" t="t" l="l"/>
              <a:pathLst>
                <a:path h="536448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39" r="0" b="-40339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248716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procurementService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2553967" y="8022079"/>
            <a:ext cx="2024377" cy="488185"/>
            <a:chOff x="0" y="0"/>
            <a:chExt cx="2699169" cy="650913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8509" y="8509"/>
              <a:ext cx="2682240" cy="633984"/>
            </a:xfrm>
            <a:custGeom>
              <a:avLst/>
              <a:gdLst/>
              <a:ahLst/>
              <a:cxnLst/>
              <a:rect r="r" b="b" t="t" l="l"/>
              <a:pathLst>
                <a:path h="63398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699258" cy="651002"/>
            </a:xfrm>
            <a:custGeom>
              <a:avLst/>
              <a:gdLst/>
              <a:ahLst/>
              <a:cxnLst/>
              <a:rect r="r" b="b" t="t" l="l"/>
              <a:pathLst>
                <a:path h="651002" w="2699258">
                  <a:moveTo>
                    <a:pt x="8509" y="0"/>
                  </a:moveTo>
                  <a:lnTo>
                    <a:pt x="2690749" y="0"/>
                  </a:lnTo>
                  <a:cubicBezTo>
                    <a:pt x="2695448" y="0"/>
                    <a:pt x="2699258" y="3810"/>
                    <a:pt x="2699258" y="8509"/>
                  </a:cubicBezTo>
                  <a:lnTo>
                    <a:pt x="2699258" y="642493"/>
                  </a:lnTo>
                  <a:cubicBezTo>
                    <a:pt x="2699258" y="647192"/>
                    <a:pt x="2695448" y="651002"/>
                    <a:pt x="2690749" y="651002"/>
                  </a:cubicBezTo>
                  <a:lnTo>
                    <a:pt x="8509" y="651002"/>
                  </a:lnTo>
                  <a:cubicBezTo>
                    <a:pt x="3810" y="651002"/>
                    <a:pt x="0" y="647192"/>
                    <a:pt x="0" y="64249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42493"/>
                  </a:lnTo>
                  <a:lnTo>
                    <a:pt x="8509" y="642493"/>
                  </a:lnTo>
                  <a:lnTo>
                    <a:pt x="8509" y="633984"/>
                  </a:lnTo>
                  <a:lnTo>
                    <a:pt x="2690749" y="633984"/>
                  </a:lnTo>
                  <a:lnTo>
                    <a:pt x="2690749" y="642493"/>
                  </a:lnTo>
                  <a:lnTo>
                    <a:pt x="2682240" y="642493"/>
                  </a:lnTo>
                  <a:lnTo>
                    <a:pt x="2682240" y="8509"/>
                  </a:lnTo>
                  <a:lnTo>
                    <a:pt x="2690749" y="8509"/>
                  </a:lnTo>
                  <a:lnTo>
                    <a:pt x="26907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2633472" y="8083296"/>
            <a:ext cx="1865376" cy="402336"/>
            <a:chOff x="0" y="0"/>
            <a:chExt cx="2487168" cy="536448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487168" cy="536448"/>
            </a:xfrm>
            <a:custGeom>
              <a:avLst/>
              <a:gdLst/>
              <a:ahLst/>
              <a:cxnLst/>
              <a:rect r="r" b="b" t="t" l="l"/>
              <a:pathLst>
                <a:path h="536448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39" r="0" b="-40339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248716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salesService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4657087" y="8022079"/>
            <a:ext cx="2024377" cy="488185"/>
            <a:chOff x="0" y="0"/>
            <a:chExt cx="2699169" cy="650913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8509" y="8509"/>
              <a:ext cx="2682240" cy="633984"/>
            </a:xfrm>
            <a:custGeom>
              <a:avLst/>
              <a:gdLst/>
              <a:ahLst/>
              <a:cxnLst/>
              <a:rect r="r" b="b" t="t" l="l"/>
              <a:pathLst>
                <a:path h="63398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699258" cy="651002"/>
            </a:xfrm>
            <a:custGeom>
              <a:avLst/>
              <a:gdLst/>
              <a:ahLst/>
              <a:cxnLst/>
              <a:rect r="r" b="b" t="t" l="l"/>
              <a:pathLst>
                <a:path h="651002" w="2699258">
                  <a:moveTo>
                    <a:pt x="8509" y="0"/>
                  </a:moveTo>
                  <a:lnTo>
                    <a:pt x="2690749" y="0"/>
                  </a:lnTo>
                  <a:cubicBezTo>
                    <a:pt x="2695448" y="0"/>
                    <a:pt x="2699258" y="3810"/>
                    <a:pt x="2699258" y="8509"/>
                  </a:cubicBezTo>
                  <a:lnTo>
                    <a:pt x="2699258" y="642493"/>
                  </a:lnTo>
                  <a:cubicBezTo>
                    <a:pt x="2699258" y="647192"/>
                    <a:pt x="2695448" y="651002"/>
                    <a:pt x="2690749" y="651002"/>
                  </a:cubicBezTo>
                  <a:lnTo>
                    <a:pt x="8509" y="651002"/>
                  </a:lnTo>
                  <a:cubicBezTo>
                    <a:pt x="3810" y="651002"/>
                    <a:pt x="0" y="647192"/>
                    <a:pt x="0" y="64249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42493"/>
                  </a:lnTo>
                  <a:lnTo>
                    <a:pt x="8509" y="642493"/>
                  </a:lnTo>
                  <a:lnTo>
                    <a:pt x="8509" y="633984"/>
                  </a:lnTo>
                  <a:lnTo>
                    <a:pt x="2690749" y="633984"/>
                  </a:lnTo>
                  <a:lnTo>
                    <a:pt x="2690749" y="642493"/>
                  </a:lnTo>
                  <a:lnTo>
                    <a:pt x="2682240" y="642493"/>
                  </a:lnTo>
                  <a:lnTo>
                    <a:pt x="2682240" y="8509"/>
                  </a:lnTo>
                  <a:lnTo>
                    <a:pt x="2690749" y="8509"/>
                  </a:lnTo>
                  <a:lnTo>
                    <a:pt x="26907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4736592" y="8083296"/>
            <a:ext cx="1865376" cy="402336"/>
            <a:chOff x="0" y="0"/>
            <a:chExt cx="2487168" cy="53644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487168" cy="536448"/>
            </a:xfrm>
            <a:custGeom>
              <a:avLst/>
              <a:gdLst/>
              <a:ahLst/>
              <a:cxnLst/>
              <a:rect r="r" b="b" t="t" l="l"/>
              <a:pathLst>
                <a:path h="536448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39" r="0" b="-40339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248716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mealPlanService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6760207" y="8022079"/>
            <a:ext cx="2024377" cy="488185"/>
            <a:chOff x="0" y="0"/>
            <a:chExt cx="2699169" cy="650913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8509" y="8509"/>
              <a:ext cx="2682240" cy="633984"/>
            </a:xfrm>
            <a:custGeom>
              <a:avLst/>
              <a:gdLst/>
              <a:ahLst/>
              <a:cxnLst/>
              <a:rect r="r" b="b" t="t" l="l"/>
              <a:pathLst>
                <a:path h="63398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699258" cy="651002"/>
            </a:xfrm>
            <a:custGeom>
              <a:avLst/>
              <a:gdLst/>
              <a:ahLst/>
              <a:cxnLst/>
              <a:rect r="r" b="b" t="t" l="l"/>
              <a:pathLst>
                <a:path h="651002" w="2699258">
                  <a:moveTo>
                    <a:pt x="8509" y="0"/>
                  </a:moveTo>
                  <a:lnTo>
                    <a:pt x="2690749" y="0"/>
                  </a:lnTo>
                  <a:cubicBezTo>
                    <a:pt x="2695448" y="0"/>
                    <a:pt x="2699258" y="3810"/>
                    <a:pt x="2699258" y="8509"/>
                  </a:cubicBezTo>
                  <a:lnTo>
                    <a:pt x="2699258" y="642493"/>
                  </a:lnTo>
                  <a:cubicBezTo>
                    <a:pt x="2699258" y="647192"/>
                    <a:pt x="2695448" y="651002"/>
                    <a:pt x="2690749" y="651002"/>
                  </a:cubicBezTo>
                  <a:lnTo>
                    <a:pt x="8509" y="651002"/>
                  </a:lnTo>
                  <a:cubicBezTo>
                    <a:pt x="3810" y="651002"/>
                    <a:pt x="0" y="647192"/>
                    <a:pt x="0" y="64249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42493"/>
                  </a:lnTo>
                  <a:lnTo>
                    <a:pt x="8509" y="642493"/>
                  </a:lnTo>
                  <a:lnTo>
                    <a:pt x="8509" y="633984"/>
                  </a:lnTo>
                  <a:lnTo>
                    <a:pt x="2690749" y="633984"/>
                  </a:lnTo>
                  <a:lnTo>
                    <a:pt x="2690749" y="642493"/>
                  </a:lnTo>
                  <a:lnTo>
                    <a:pt x="2682240" y="642493"/>
                  </a:lnTo>
                  <a:lnTo>
                    <a:pt x="2682240" y="8509"/>
                  </a:lnTo>
                  <a:lnTo>
                    <a:pt x="2690749" y="8509"/>
                  </a:lnTo>
                  <a:lnTo>
                    <a:pt x="26907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6839712" y="8083296"/>
            <a:ext cx="1865376" cy="402336"/>
            <a:chOff x="0" y="0"/>
            <a:chExt cx="2487168" cy="536448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487168" cy="536448"/>
            </a:xfrm>
            <a:custGeom>
              <a:avLst/>
              <a:gdLst/>
              <a:ahLst/>
              <a:cxnLst/>
              <a:rect r="r" b="b" t="t" l="l"/>
              <a:pathLst>
                <a:path h="536448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39" r="0" b="-40339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248716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branchService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450847" y="8607295"/>
            <a:ext cx="2024377" cy="488185"/>
            <a:chOff x="0" y="0"/>
            <a:chExt cx="2699169" cy="650913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8509" y="8509"/>
              <a:ext cx="2682240" cy="633984"/>
            </a:xfrm>
            <a:custGeom>
              <a:avLst/>
              <a:gdLst/>
              <a:ahLst/>
              <a:cxnLst/>
              <a:rect r="r" b="b" t="t" l="l"/>
              <a:pathLst>
                <a:path h="63398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2699258" cy="651002"/>
            </a:xfrm>
            <a:custGeom>
              <a:avLst/>
              <a:gdLst/>
              <a:ahLst/>
              <a:cxnLst/>
              <a:rect r="r" b="b" t="t" l="l"/>
              <a:pathLst>
                <a:path h="651002" w="2699258">
                  <a:moveTo>
                    <a:pt x="8509" y="0"/>
                  </a:moveTo>
                  <a:lnTo>
                    <a:pt x="2690749" y="0"/>
                  </a:lnTo>
                  <a:cubicBezTo>
                    <a:pt x="2695448" y="0"/>
                    <a:pt x="2699258" y="3810"/>
                    <a:pt x="2699258" y="8509"/>
                  </a:cubicBezTo>
                  <a:lnTo>
                    <a:pt x="2699258" y="642493"/>
                  </a:lnTo>
                  <a:cubicBezTo>
                    <a:pt x="2699258" y="647192"/>
                    <a:pt x="2695448" y="651002"/>
                    <a:pt x="2690749" y="651002"/>
                  </a:cubicBezTo>
                  <a:lnTo>
                    <a:pt x="8509" y="651002"/>
                  </a:lnTo>
                  <a:cubicBezTo>
                    <a:pt x="3810" y="651002"/>
                    <a:pt x="0" y="647192"/>
                    <a:pt x="0" y="64249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42493"/>
                  </a:lnTo>
                  <a:lnTo>
                    <a:pt x="8509" y="642493"/>
                  </a:lnTo>
                  <a:lnTo>
                    <a:pt x="8509" y="633984"/>
                  </a:lnTo>
                  <a:lnTo>
                    <a:pt x="2690749" y="633984"/>
                  </a:lnTo>
                  <a:lnTo>
                    <a:pt x="2690749" y="642493"/>
                  </a:lnTo>
                  <a:lnTo>
                    <a:pt x="2682240" y="642493"/>
                  </a:lnTo>
                  <a:lnTo>
                    <a:pt x="2682240" y="8509"/>
                  </a:lnTo>
                  <a:lnTo>
                    <a:pt x="2690749" y="8509"/>
                  </a:lnTo>
                  <a:lnTo>
                    <a:pt x="26907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530352" y="8668512"/>
            <a:ext cx="1865376" cy="402336"/>
            <a:chOff x="0" y="0"/>
            <a:chExt cx="2487168" cy="536448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487168" cy="536448"/>
            </a:xfrm>
            <a:custGeom>
              <a:avLst/>
              <a:gdLst/>
              <a:ahLst/>
              <a:cxnLst/>
              <a:rect r="r" b="b" t="t" l="l"/>
              <a:pathLst>
                <a:path h="536448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39" r="0" b="-40339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248716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dashboardService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2553967" y="8607295"/>
            <a:ext cx="2024377" cy="488185"/>
            <a:chOff x="0" y="0"/>
            <a:chExt cx="2699169" cy="650913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8509" y="8509"/>
              <a:ext cx="2682240" cy="633984"/>
            </a:xfrm>
            <a:custGeom>
              <a:avLst/>
              <a:gdLst/>
              <a:ahLst/>
              <a:cxnLst/>
              <a:rect r="r" b="b" t="t" l="l"/>
              <a:pathLst>
                <a:path h="63398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2699258" cy="651002"/>
            </a:xfrm>
            <a:custGeom>
              <a:avLst/>
              <a:gdLst/>
              <a:ahLst/>
              <a:cxnLst/>
              <a:rect r="r" b="b" t="t" l="l"/>
              <a:pathLst>
                <a:path h="651002" w="2699258">
                  <a:moveTo>
                    <a:pt x="8509" y="0"/>
                  </a:moveTo>
                  <a:lnTo>
                    <a:pt x="2690749" y="0"/>
                  </a:lnTo>
                  <a:cubicBezTo>
                    <a:pt x="2695448" y="0"/>
                    <a:pt x="2699258" y="3810"/>
                    <a:pt x="2699258" y="8509"/>
                  </a:cubicBezTo>
                  <a:lnTo>
                    <a:pt x="2699258" y="642493"/>
                  </a:lnTo>
                  <a:cubicBezTo>
                    <a:pt x="2699258" y="647192"/>
                    <a:pt x="2695448" y="651002"/>
                    <a:pt x="2690749" y="651002"/>
                  </a:cubicBezTo>
                  <a:lnTo>
                    <a:pt x="8509" y="651002"/>
                  </a:lnTo>
                  <a:cubicBezTo>
                    <a:pt x="3810" y="651002"/>
                    <a:pt x="0" y="647192"/>
                    <a:pt x="0" y="64249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42493"/>
                  </a:lnTo>
                  <a:lnTo>
                    <a:pt x="8509" y="642493"/>
                  </a:lnTo>
                  <a:lnTo>
                    <a:pt x="8509" y="633984"/>
                  </a:lnTo>
                  <a:lnTo>
                    <a:pt x="2690749" y="633984"/>
                  </a:lnTo>
                  <a:lnTo>
                    <a:pt x="2690749" y="642493"/>
                  </a:lnTo>
                  <a:lnTo>
                    <a:pt x="2682240" y="642493"/>
                  </a:lnTo>
                  <a:lnTo>
                    <a:pt x="2682240" y="8509"/>
                  </a:lnTo>
                  <a:lnTo>
                    <a:pt x="2690749" y="8509"/>
                  </a:lnTo>
                  <a:lnTo>
                    <a:pt x="26907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2633472" y="8668512"/>
            <a:ext cx="1865376" cy="402336"/>
            <a:chOff x="0" y="0"/>
            <a:chExt cx="2487168" cy="536448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487168" cy="536448"/>
            </a:xfrm>
            <a:custGeom>
              <a:avLst/>
              <a:gdLst/>
              <a:ahLst/>
              <a:cxnLst/>
              <a:rect r="r" b="b" t="t" l="l"/>
              <a:pathLst>
                <a:path h="536448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39" r="0" b="-40339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38100"/>
              <a:ext cx="248716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adminService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4657087" y="8607295"/>
            <a:ext cx="2024377" cy="488185"/>
            <a:chOff x="0" y="0"/>
            <a:chExt cx="2699169" cy="650913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8509" y="8509"/>
              <a:ext cx="2682240" cy="633984"/>
            </a:xfrm>
            <a:custGeom>
              <a:avLst/>
              <a:gdLst/>
              <a:ahLst/>
              <a:cxnLst/>
              <a:rect r="r" b="b" t="t" l="l"/>
              <a:pathLst>
                <a:path h="63398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2699258" cy="651002"/>
            </a:xfrm>
            <a:custGeom>
              <a:avLst/>
              <a:gdLst/>
              <a:ahLst/>
              <a:cxnLst/>
              <a:rect r="r" b="b" t="t" l="l"/>
              <a:pathLst>
                <a:path h="651002" w="2699258">
                  <a:moveTo>
                    <a:pt x="8509" y="0"/>
                  </a:moveTo>
                  <a:lnTo>
                    <a:pt x="2690749" y="0"/>
                  </a:lnTo>
                  <a:cubicBezTo>
                    <a:pt x="2695448" y="0"/>
                    <a:pt x="2699258" y="3810"/>
                    <a:pt x="2699258" y="8509"/>
                  </a:cubicBezTo>
                  <a:lnTo>
                    <a:pt x="2699258" y="642493"/>
                  </a:lnTo>
                  <a:cubicBezTo>
                    <a:pt x="2699258" y="647192"/>
                    <a:pt x="2695448" y="651002"/>
                    <a:pt x="2690749" y="651002"/>
                  </a:cubicBezTo>
                  <a:lnTo>
                    <a:pt x="8509" y="651002"/>
                  </a:lnTo>
                  <a:cubicBezTo>
                    <a:pt x="3810" y="651002"/>
                    <a:pt x="0" y="647192"/>
                    <a:pt x="0" y="64249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42493"/>
                  </a:lnTo>
                  <a:lnTo>
                    <a:pt x="8509" y="642493"/>
                  </a:lnTo>
                  <a:lnTo>
                    <a:pt x="8509" y="633984"/>
                  </a:lnTo>
                  <a:lnTo>
                    <a:pt x="2690749" y="633984"/>
                  </a:lnTo>
                  <a:lnTo>
                    <a:pt x="2690749" y="642493"/>
                  </a:lnTo>
                  <a:lnTo>
                    <a:pt x="2682240" y="642493"/>
                  </a:lnTo>
                  <a:lnTo>
                    <a:pt x="2682240" y="8509"/>
                  </a:lnTo>
                  <a:lnTo>
                    <a:pt x="2690749" y="8509"/>
                  </a:lnTo>
                  <a:lnTo>
                    <a:pt x="26907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4736592" y="8668512"/>
            <a:ext cx="1865376" cy="402336"/>
            <a:chOff x="0" y="0"/>
            <a:chExt cx="2487168" cy="536448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487168" cy="536448"/>
            </a:xfrm>
            <a:custGeom>
              <a:avLst/>
              <a:gdLst/>
              <a:ahLst/>
              <a:cxnLst/>
              <a:rect r="r" b="b" t="t" l="l"/>
              <a:pathLst>
                <a:path h="536448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39" r="0" b="-40339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38100"/>
              <a:ext cx="248716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notificationService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6760207" y="8607295"/>
            <a:ext cx="2024377" cy="488185"/>
            <a:chOff x="0" y="0"/>
            <a:chExt cx="2699169" cy="650913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8509" y="8509"/>
              <a:ext cx="2682240" cy="633984"/>
            </a:xfrm>
            <a:custGeom>
              <a:avLst/>
              <a:gdLst/>
              <a:ahLst/>
              <a:cxnLst/>
              <a:rect r="r" b="b" t="t" l="l"/>
              <a:pathLst>
                <a:path h="63398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2699258" cy="651002"/>
            </a:xfrm>
            <a:custGeom>
              <a:avLst/>
              <a:gdLst/>
              <a:ahLst/>
              <a:cxnLst/>
              <a:rect r="r" b="b" t="t" l="l"/>
              <a:pathLst>
                <a:path h="651002" w="2699258">
                  <a:moveTo>
                    <a:pt x="8509" y="0"/>
                  </a:moveTo>
                  <a:lnTo>
                    <a:pt x="2690749" y="0"/>
                  </a:lnTo>
                  <a:cubicBezTo>
                    <a:pt x="2695448" y="0"/>
                    <a:pt x="2699258" y="3810"/>
                    <a:pt x="2699258" y="8509"/>
                  </a:cubicBezTo>
                  <a:lnTo>
                    <a:pt x="2699258" y="642493"/>
                  </a:lnTo>
                  <a:cubicBezTo>
                    <a:pt x="2699258" y="647192"/>
                    <a:pt x="2695448" y="651002"/>
                    <a:pt x="2690749" y="651002"/>
                  </a:cubicBezTo>
                  <a:lnTo>
                    <a:pt x="8509" y="651002"/>
                  </a:lnTo>
                  <a:cubicBezTo>
                    <a:pt x="3810" y="651002"/>
                    <a:pt x="0" y="647192"/>
                    <a:pt x="0" y="64249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42493"/>
                  </a:lnTo>
                  <a:lnTo>
                    <a:pt x="8509" y="642493"/>
                  </a:lnTo>
                  <a:lnTo>
                    <a:pt x="8509" y="633984"/>
                  </a:lnTo>
                  <a:lnTo>
                    <a:pt x="2690749" y="633984"/>
                  </a:lnTo>
                  <a:lnTo>
                    <a:pt x="2690749" y="642493"/>
                  </a:lnTo>
                  <a:lnTo>
                    <a:pt x="2682240" y="642493"/>
                  </a:lnTo>
                  <a:lnTo>
                    <a:pt x="2682240" y="8509"/>
                  </a:lnTo>
                  <a:lnTo>
                    <a:pt x="2690749" y="8509"/>
                  </a:lnTo>
                  <a:lnTo>
                    <a:pt x="26907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6839712" y="8668512"/>
            <a:ext cx="1865376" cy="402336"/>
            <a:chOff x="0" y="0"/>
            <a:chExt cx="2487168" cy="536448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2487168" cy="536448"/>
            </a:xfrm>
            <a:custGeom>
              <a:avLst/>
              <a:gdLst/>
              <a:ahLst/>
              <a:cxnLst/>
              <a:rect r="r" b="b" t="t" l="l"/>
              <a:pathLst>
                <a:path h="536448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39" r="0" b="-40339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38100"/>
              <a:ext cx="248716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newServices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457200" y="9235440"/>
            <a:ext cx="8138160" cy="329184"/>
            <a:chOff x="0" y="0"/>
            <a:chExt cx="10850880" cy="438912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10850880" cy="438912"/>
            </a:xfrm>
            <a:custGeom>
              <a:avLst/>
              <a:gdLst/>
              <a:ahLst/>
              <a:cxnLst/>
              <a:rect r="r" b="b" t="t" l="l"/>
              <a:pathLst>
                <a:path h="438912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713" r="0" b="-431713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38100"/>
              <a:ext cx="108508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8B949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All share api.js (Axios instance with JWT Authorization header interceptor)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9314183" y="1486919"/>
            <a:ext cx="8712203" cy="8255003"/>
            <a:chOff x="0" y="0"/>
            <a:chExt cx="11616271" cy="11006671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16891" y="16891"/>
              <a:ext cx="115824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1582400">
                  <a:moveTo>
                    <a:pt x="0" y="0"/>
                  </a:moveTo>
                  <a:lnTo>
                    <a:pt x="11582400" y="0"/>
                  </a:lnTo>
                  <a:lnTo>
                    <a:pt x="11582400" y="10972800"/>
                  </a:lnTo>
                  <a:lnTo>
                    <a:pt x="0" y="1097280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11616182" cy="11006582"/>
            </a:xfrm>
            <a:custGeom>
              <a:avLst/>
              <a:gdLst/>
              <a:ahLst/>
              <a:cxnLst/>
              <a:rect r="r" b="b" t="t" l="l"/>
              <a:pathLst>
                <a:path h="11006582" w="11616182">
                  <a:moveTo>
                    <a:pt x="16891" y="0"/>
                  </a:moveTo>
                  <a:lnTo>
                    <a:pt x="11599291" y="0"/>
                  </a:lnTo>
                  <a:cubicBezTo>
                    <a:pt x="11608689" y="0"/>
                    <a:pt x="11616182" y="7620"/>
                    <a:pt x="11616182" y="16891"/>
                  </a:cubicBezTo>
                  <a:lnTo>
                    <a:pt x="11616182" y="10989691"/>
                  </a:lnTo>
                  <a:cubicBezTo>
                    <a:pt x="11616182" y="10999089"/>
                    <a:pt x="11608562" y="11006582"/>
                    <a:pt x="11599291" y="11006582"/>
                  </a:cubicBezTo>
                  <a:lnTo>
                    <a:pt x="16891" y="11006582"/>
                  </a:lnTo>
                  <a:cubicBezTo>
                    <a:pt x="7493" y="11006582"/>
                    <a:pt x="0" y="10998962"/>
                    <a:pt x="0" y="10989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989691"/>
                  </a:lnTo>
                  <a:lnTo>
                    <a:pt x="16891" y="10989691"/>
                  </a:lnTo>
                  <a:lnTo>
                    <a:pt x="16891" y="10972800"/>
                  </a:lnTo>
                  <a:lnTo>
                    <a:pt x="11599291" y="10972800"/>
                  </a:lnTo>
                  <a:lnTo>
                    <a:pt x="11599291" y="10989691"/>
                  </a:lnTo>
                  <a:lnTo>
                    <a:pt x="11582400" y="10989691"/>
                  </a:lnTo>
                  <a:lnTo>
                    <a:pt x="11582400" y="16891"/>
                  </a:lnTo>
                  <a:lnTo>
                    <a:pt x="11599291" y="16891"/>
                  </a:lnTo>
                  <a:lnTo>
                    <a:pt x="11599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326880" y="1499616"/>
            <a:ext cx="8686800" cy="512064"/>
            <a:chOff x="0" y="0"/>
            <a:chExt cx="11582400" cy="682752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1582400" cy="682752"/>
            </a:xfrm>
            <a:custGeom>
              <a:avLst/>
              <a:gdLst/>
              <a:ahLst/>
              <a:cxnLst/>
              <a:rect r="r" b="b" t="t" l="l"/>
              <a:pathLst>
                <a:path h="682752" w="11582400">
                  <a:moveTo>
                    <a:pt x="0" y="0"/>
                  </a:moveTo>
                  <a:lnTo>
                    <a:pt x="11582400" y="0"/>
                  </a:lnTo>
                  <a:lnTo>
                    <a:pt x="1158240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436608" y="1536192"/>
            <a:ext cx="8503920" cy="438912"/>
            <a:chOff x="0" y="0"/>
            <a:chExt cx="11338560" cy="585216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1338560" cy="585216"/>
            </a:xfrm>
            <a:custGeom>
              <a:avLst/>
              <a:gdLst/>
              <a:ahLst/>
              <a:cxnLst/>
              <a:rect r="r" b="b" t="t" l="l"/>
              <a:pathLst>
                <a:path h="585216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7522" r="0" b="-327522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113385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Mobile Navigation (ForkifyERP 2 — Expo Router)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9679943" y="2053847"/>
            <a:ext cx="7980683" cy="610619"/>
            <a:chOff x="0" y="0"/>
            <a:chExt cx="10640911" cy="814159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16891" y="16891"/>
              <a:ext cx="10607040" cy="780288"/>
            </a:xfrm>
            <a:custGeom>
              <a:avLst/>
              <a:gdLst/>
              <a:ahLst/>
              <a:cxnLst/>
              <a:rect r="r" b="b" t="t" l="l"/>
              <a:pathLst>
                <a:path h="78028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10640822" cy="814072"/>
            </a:xfrm>
            <a:custGeom>
              <a:avLst/>
              <a:gdLst/>
              <a:ahLst/>
              <a:cxnLst/>
              <a:rect r="r" b="b" t="t" l="l"/>
              <a:pathLst>
                <a:path h="814072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797179"/>
                  </a:lnTo>
                  <a:cubicBezTo>
                    <a:pt x="10640822" y="806577"/>
                    <a:pt x="10633202" y="814070"/>
                    <a:pt x="1062393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10623931" y="780288"/>
                  </a:lnTo>
                  <a:lnTo>
                    <a:pt x="10623931" y="797179"/>
                  </a:lnTo>
                  <a:lnTo>
                    <a:pt x="10607040" y="797179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9875520" y="2157984"/>
            <a:ext cx="7589520" cy="438912"/>
            <a:chOff x="0" y="0"/>
            <a:chExt cx="10119360" cy="58521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10119360" cy="585216"/>
            </a:xfrm>
            <a:custGeom>
              <a:avLst/>
              <a:gdLst/>
              <a:ahLst/>
              <a:cxnLst/>
              <a:rect r="r" b="b" t="t" l="l"/>
              <a:pathLst>
                <a:path h="585216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928" r="0" b="-286928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38100"/>
              <a:ext cx="101193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BC8C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app/_layout.js  →  Redux Provider + initAuthThunk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2788903" y="2639063"/>
            <a:ext cx="25403" cy="427739"/>
            <a:chOff x="0" y="0"/>
            <a:chExt cx="33871" cy="570319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16891"/>
              <a:ext cx="33909" cy="536448"/>
            </a:xfrm>
            <a:custGeom>
              <a:avLst/>
              <a:gdLst/>
              <a:ahLst/>
              <a:cxnLst/>
              <a:rect r="r" b="b" t="t" l="l"/>
              <a:pathLst>
                <a:path h="536448" w="33909">
                  <a:moveTo>
                    <a:pt x="33909" y="0"/>
                  </a:moveTo>
                  <a:lnTo>
                    <a:pt x="33909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0411463" y="3041399"/>
            <a:ext cx="4780283" cy="25403"/>
            <a:chOff x="0" y="0"/>
            <a:chExt cx="6373711" cy="33871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16891" y="0"/>
              <a:ext cx="6339840" cy="33909"/>
            </a:xfrm>
            <a:custGeom>
              <a:avLst/>
              <a:gdLst/>
              <a:ahLst/>
              <a:cxnLst/>
              <a:rect r="r" b="b" t="t" l="l"/>
              <a:pathLst>
                <a:path h="33909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9497063" y="3041399"/>
            <a:ext cx="1854203" cy="610619"/>
            <a:chOff x="0" y="0"/>
            <a:chExt cx="2472271" cy="814159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16891" y="16891"/>
              <a:ext cx="2438400" cy="780288"/>
            </a:xfrm>
            <a:custGeom>
              <a:avLst/>
              <a:gdLst/>
              <a:ahLst/>
              <a:cxnLst/>
              <a:rect r="r" b="b" t="t" l="l"/>
              <a:pathLst>
                <a:path h="780288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2472182" cy="814072"/>
            </a:xfrm>
            <a:custGeom>
              <a:avLst/>
              <a:gdLst/>
              <a:ahLst/>
              <a:cxnLst/>
              <a:rect r="r" b="b" t="t" l="l"/>
              <a:pathLst>
                <a:path h="814072" w="2472182">
                  <a:moveTo>
                    <a:pt x="16891" y="0"/>
                  </a:moveTo>
                  <a:lnTo>
                    <a:pt x="2455291" y="0"/>
                  </a:lnTo>
                  <a:cubicBezTo>
                    <a:pt x="2464689" y="0"/>
                    <a:pt x="2472182" y="7620"/>
                    <a:pt x="2472182" y="16891"/>
                  </a:cubicBezTo>
                  <a:lnTo>
                    <a:pt x="2472182" y="797179"/>
                  </a:lnTo>
                  <a:cubicBezTo>
                    <a:pt x="2472182" y="806577"/>
                    <a:pt x="2464562" y="814070"/>
                    <a:pt x="245529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2455291" y="780288"/>
                  </a:lnTo>
                  <a:lnTo>
                    <a:pt x="2455291" y="797179"/>
                  </a:lnTo>
                  <a:lnTo>
                    <a:pt x="2438400" y="797179"/>
                  </a:lnTo>
                  <a:lnTo>
                    <a:pt x="2438400" y="16891"/>
                  </a:lnTo>
                  <a:lnTo>
                    <a:pt x="2455291" y="16891"/>
                  </a:lnTo>
                  <a:lnTo>
                    <a:pt x="2455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9546336" y="3090672"/>
            <a:ext cx="1755648" cy="512064"/>
            <a:chOff x="0" y="0"/>
            <a:chExt cx="2340864" cy="682752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2340864" cy="682752"/>
            </a:xfrm>
            <a:custGeom>
              <a:avLst/>
              <a:gdLst/>
              <a:ahLst/>
              <a:cxnLst/>
              <a:rect r="r" b="b" t="t" l="l"/>
              <a:pathLst>
                <a:path h="682752" w="2340864">
                  <a:moveTo>
                    <a:pt x="0" y="0"/>
                  </a:moveTo>
                  <a:lnTo>
                    <a:pt x="2340864" y="0"/>
                  </a:lnTo>
                  <a:lnTo>
                    <a:pt x="234086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167" id="167"/>
            <p:cNvSpPr txBox="true"/>
            <p:nvPr/>
          </p:nvSpPr>
          <p:spPr>
            <a:xfrm>
              <a:off x="0" y="-28575"/>
              <a:ext cx="2340864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3FB9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(auth)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3FB9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login.js</a:t>
              </a:r>
            </a:p>
          </p:txBody>
        </p:sp>
      </p:grpSp>
      <p:grpSp>
        <p:nvGrpSpPr>
          <p:cNvPr name="Group 168" id="168"/>
          <p:cNvGrpSpPr/>
          <p:nvPr/>
        </p:nvGrpSpPr>
        <p:grpSpPr>
          <a:xfrm rot="0">
            <a:off x="11691623" y="3041399"/>
            <a:ext cx="4231643" cy="610619"/>
            <a:chOff x="0" y="0"/>
            <a:chExt cx="5642191" cy="814159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16891" y="16891"/>
              <a:ext cx="5608320" cy="780288"/>
            </a:xfrm>
            <a:custGeom>
              <a:avLst/>
              <a:gdLst/>
              <a:ahLst/>
              <a:cxnLst/>
              <a:rect r="r" b="b" t="t" l="l"/>
              <a:pathLst>
                <a:path h="78028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5642102" cy="814072"/>
            </a:xfrm>
            <a:custGeom>
              <a:avLst/>
              <a:gdLst/>
              <a:ahLst/>
              <a:cxnLst/>
              <a:rect r="r" b="b" t="t" l="l"/>
              <a:pathLst>
                <a:path h="814072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797179"/>
                  </a:lnTo>
                  <a:cubicBezTo>
                    <a:pt x="5642102" y="806577"/>
                    <a:pt x="5634482" y="814070"/>
                    <a:pt x="562521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5625211" y="780288"/>
                  </a:lnTo>
                  <a:lnTo>
                    <a:pt x="5625211" y="797179"/>
                  </a:lnTo>
                  <a:lnTo>
                    <a:pt x="5608320" y="797179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171" id="171"/>
          <p:cNvGrpSpPr/>
          <p:nvPr/>
        </p:nvGrpSpPr>
        <p:grpSpPr>
          <a:xfrm rot="0">
            <a:off x="11740896" y="3127248"/>
            <a:ext cx="4133088" cy="438912"/>
            <a:chOff x="0" y="0"/>
            <a:chExt cx="5510784" cy="585216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5510784" cy="585216"/>
            </a:xfrm>
            <a:custGeom>
              <a:avLst/>
              <a:gdLst/>
              <a:ahLst/>
              <a:cxnLst/>
              <a:rect r="r" b="b" t="t" l="l"/>
              <a:pathLst>
                <a:path h="585216" w="5510784">
                  <a:moveTo>
                    <a:pt x="0" y="0"/>
                  </a:moveTo>
                  <a:lnTo>
                    <a:pt x="5510784" y="0"/>
                  </a:lnTo>
                  <a:lnTo>
                    <a:pt x="551078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484" r="0" b="-133484"/>
              </a:stretch>
            </a:blipFill>
          </p:spPr>
        </p:sp>
        <p:sp>
          <p:nvSpPr>
            <p:cNvPr name="TextBox 173" id="173"/>
            <p:cNvSpPr txBox="true"/>
            <p:nvPr/>
          </p:nvSpPr>
          <p:spPr>
            <a:xfrm>
              <a:off x="0" y="-38100"/>
              <a:ext cx="5510784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BC8C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(app) → isAuthenticated guard → Redirect /login</a:t>
              </a:r>
            </a:p>
          </p:txBody>
        </p:sp>
      </p:grpSp>
      <p:grpSp>
        <p:nvGrpSpPr>
          <p:cNvPr name="Group 174" id="174"/>
          <p:cNvGrpSpPr/>
          <p:nvPr/>
        </p:nvGrpSpPr>
        <p:grpSpPr>
          <a:xfrm rot="0">
            <a:off x="13794743" y="3626615"/>
            <a:ext cx="25403" cy="427739"/>
            <a:chOff x="0" y="0"/>
            <a:chExt cx="33871" cy="570319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16891"/>
              <a:ext cx="33909" cy="536448"/>
            </a:xfrm>
            <a:custGeom>
              <a:avLst/>
              <a:gdLst/>
              <a:ahLst/>
              <a:cxnLst/>
              <a:rect r="r" b="b" t="t" l="l"/>
              <a:pathLst>
                <a:path h="536448" w="33909">
                  <a:moveTo>
                    <a:pt x="33909" y="0"/>
                  </a:moveTo>
                  <a:lnTo>
                    <a:pt x="33909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9679943" y="4028951"/>
            <a:ext cx="7980683" cy="537467"/>
            <a:chOff x="0" y="0"/>
            <a:chExt cx="10640911" cy="716623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16891" y="16891"/>
              <a:ext cx="10607040" cy="682752"/>
            </a:xfrm>
            <a:custGeom>
              <a:avLst/>
              <a:gdLst/>
              <a:ahLst/>
              <a:cxnLst/>
              <a:rect r="r" b="b" t="t" l="l"/>
              <a:pathLst>
                <a:path h="682752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10640822" cy="716536"/>
            </a:xfrm>
            <a:custGeom>
              <a:avLst/>
              <a:gdLst/>
              <a:ahLst/>
              <a:cxnLst/>
              <a:rect r="r" b="b" t="t" l="l"/>
              <a:pathLst>
                <a:path h="716536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699643"/>
                  </a:lnTo>
                  <a:cubicBezTo>
                    <a:pt x="10640822" y="709041"/>
                    <a:pt x="10633202" y="716534"/>
                    <a:pt x="1062393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0623931" y="682752"/>
                  </a:lnTo>
                  <a:lnTo>
                    <a:pt x="10623931" y="699643"/>
                  </a:lnTo>
                  <a:lnTo>
                    <a:pt x="10607040" y="699643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9875520" y="4114800"/>
            <a:ext cx="7589520" cy="365760"/>
            <a:chOff x="0" y="0"/>
            <a:chExt cx="10119360" cy="487680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10119360" cy="487680"/>
            </a:xfrm>
            <a:custGeom>
              <a:avLst/>
              <a:gdLst/>
              <a:ahLst/>
              <a:cxnLst/>
              <a:rect r="r" b="b" t="t" l="l"/>
              <a:pathLst>
                <a:path h="48768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314" r="0" b="-354314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38100"/>
              <a:ext cx="101193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BC8C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(tabs) — Bottom Tab Navigator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9686287" y="4657087"/>
            <a:ext cx="1530601" cy="634489"/>
            <a:chOff x="0" y="0"/>
            <a:chExt cx="2040801" cy="845985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8509" y="8509"/>
              <a:ext cx="2023872" cy="829056"/>
            </a:xfrm>
            <a:custGeom>
              <a:avLst/>
              <a:gdLst/>
              <a:ahLst/>
              <a:cxnLst/>
              <a:rect r="r" b="b" t="t" l="l"/>
              <a:pathLst>
                <a:path h="829056" w="2023872">
                  <a:moveTo>
                    <a:pt x="0" y="0"/>
                  </a:moveTo>
                  <a:lnTo>
                    <a:pt x="2023872" y="0"/>
                  </a:lnTo>
                  <a:lnTo>
                    <a:pt x="2023872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2040890" cy="846074"/>
            </a:xfrm>
            <a:custGeom>
              <a:avLst/>
              <a:gdLst/>
              <a:ahLst/>
              <a:cxnLst/>
              <a:rect r="r" b="b" t="t" l="l"/>
              <a:pathLst>
                <a:path h="846074" w="2040890">
                  <a:moveTo>
                    <a:pt x="8509" y="0"/>
                  </a:moveTo>
                  <a:lnTo>
                    <a:pt x="2032381" y="0"/>
                  </a:lnTo>
                  <a:cubicBezTo>
                    <a:pt x="2037080" y="0"/>
                    <a:pt x="2040890" y="3810"/>
                    <a:pt x="2040890" y="8509"/>
                  </a:cubicBezTo>
                  <a:lnTo>
                    <a:pt x="2040890" y="837565"/>
                  </a:lnTo>
                  <a:cubicBezTo>
                    <a:pt x="2040890" y="842264"/>
                    <a:pt x="2037080" y="846074"/>
                    <a:pt x="2032381" y="846074"/>
                  </a:cubicBezTo>
                  <a:lnTo>
                    <a:pt x="8509" y="846074"/>
                  </a:lnTo>
                  <a:cubicBezTo>
                    <a:pt x="3810" y="846074"/>
                    <a:pt x="0" y="842264"/>
                    <a:pt x="0" y="83756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37565"/>
                  </a:lnTo>
                  <a:lnTo>
                    <a:pt x="8509" y="837565"/>
                  </a:lnTo>
                  <a:lnTo>
                    <a:pt x="8509" y="829056"/>
                  </a:lnTo>
                  <a:lnTo>
                    <a:pt x="2032381" y="829056"/>
                  </a:lnTo>
                  <a:lnTo>
                    <a:pt x="2032381" y="837565"/>
                  </a:lnTo>
                  <a:lnTo>
                    <a:pt x="2023872" y="837565"/>
                  </a:lnTo>
                  <a:lnTo>
                    <a:pt x="2023872" y="8509"/>
                  </a:lnTo>
                  <a:lnTo>
                    <a:pt x="2032381" y="8509"/>
                  </a:lnTo>
                  <a:lnTo>
                    <a:pt x="203238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9765792" y="4718304"/>
            <a:ext cx="1371600" cy="512064"/>
            <a:chOff x="0" y="0"/>
            <a:chExt cx="1828800" cy="682752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182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" r="0" b="-2192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-38100"/>
              <a:ext cx="1828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11277343" y="4657087"/>
            <a:ext cx="1530601" cy="634489"/>
            <a:chOff x="0" y="0"/>
            <a:chExt cx="2040801" cy="845985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8509" y="8509"/>
              <a:ext cx="2023872" cy="829056"/>
            </a:xfrm>
            <a:custGeom>
              <a:avLst/>
              <a:gdLst/>
              <a:ahLst/>
              <a:cxnLst/>
              <a:rect r="r" b="b" t="t" l="l"/>
              <a:pathLst>
                <a:path h="829056" w="2023872">
                  <a:moveTo>
                    <a:pt x="0" y="0"/>
                  </a:moveTo>
                  <a:lnTo>
                    <a:pt x="2023872" y="0"/>
                  </a:lnTo>
                  <a:lnTo>
                    <a:pt x="2023872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2040890" cy="846074"/>
            </a:xfrm>
            <a:custGeom>
              <a:avLst/>
              <a:gdLst/>
              <a:ahLst/>
              <a:cxnLst/>
              <a:rect r="r" b="b" t="t" l="l"/>
              <a:pathLst>
                <a:path h="846074" w="2040890">
                  <a:moveTo>
                    <a:pt x="8509" y="0"/>
                  </a:moveTo>
                  <a:lnTo>
                    <a:pt x="2032381" y="0"/>
                  </a:lnTo>
                  <a:cubicBezTo>
                    <a:pt x="2037080" y="0"/>
                    <a:pt x="2040890" y="3810"/>
                    <a:pt x="2040890" y="8509"/>
                  </a:cubicBezTo>
                  <a:lnTo>
                    <a:pt x="2040890" y="837565"/>
                  </a:lnTo>
                  <a:cubicBezTo>
                    <a:pt x="2040890" y="842264"/>
                    <a:pt x="2037080" y="846074"/>
                    <a:pt x="2032381" y="846074"/>
                  </a:cubicBezTo>
                  <a:lnTo>
                    <a:pt x="8509" y="846074"/>
                  </a:lnTo>
                  <a:cubicBezTo>
                    <a:pt x="3810" y="846074"/>
                    <a:pt x="0" y="842264"/>
                    <a:pt x="0" y="83756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37565"/>
                  </a:lnTo>
                  <a:lnTo>
                    <a:pt x="8509" y="837565"/>
                  </a:lnTo>
                  <a:lnTo>
                    <a:pt x="8509" y="829056"/>
                  </a:lnTo>
                  <a:lnTo>
                    <a:pt x="2032381" y="829056"/>
                  </a:lnTo>
                  <a:lnTo>
                    <a:pt x="2032381" y="837565"/>
                  </a:lnTo>
                  <a:lnTo>
                    <a:pt x="2023872" y="837565"/>
                  </a:lnTo>
                  <a:lnTo>
                    <a:pt x="2023872" y="8509"/>
                  </a:lnTo>
                  <a:lnTo>
                    <a:pt x="2032381" y="8509"/>
                  </a:lnTo>
                  <a:lnTo>
                    <a:pt x="203238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191" id="191"/>
          <p:cNvGrpSpPr/>
          <p:nvPr/>
        </p:nvGrpSpPr>
        <p:grpSpPr>
          <a:xfrm rot="0">
            <a:off x="11356848" y="4718304"/>
            <a:ext cx="1371600" cy="512064"/>
            <a:chOff x="0" y="0"/>
            <a:chExt cx="1828800" cy="682752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182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" r="0" b="-2192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-38100"/>
              <a:ext cx="1828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inventory</a:t>
              </a:r>
            </a:p>
          </p:txBody>
        </p:sp>
      </p:grpSp>
      <p:grpSp>
        <p:nvGrpSpPr>
          <p:cNvPr name="Group 194" id="194"/>
          <p:cNvGrpSpPr/>
          <p:nvPr/>
        </p:nvGrpSpPr>
        <p:grpSpPr>
          <a:xfrm rot="0">
            <a:off x="12868399" y="4657087"/>
            <a:ext cx="1530601" cy="634489"/>
            <a:chOff x="0" y="0"/>
            <a:chExt cx="2040801" cy="845985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8509" y="8509"/>
              <a:ext cx="2023872" cy="829056"/>
            </a:xfrm>
            <a:custGeom>
              <a:avLst/>
              <a:gdLst/>
              <a:ahLst/>
              <a:cxnLst/>
              <a:rect r="r" b="b" t="t" l="l"/>
              <a:pathLst>
                <a:path h="829056" w="2023872">
                  <a:moveTo>
                    <a:pt x="0" y="0"/>
                  </a:moveTo>
                  <a:lnTo>
                    <a:pt x="2023872" y="0"/>
                  </a:lnTo>
                  <a:lnTo>
                    <a:pt x="2023872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2040890" cy="846074"/>
            </a:xfrm>
            <a:custGeom>
              <a:avLst/>
              <a:gdLst/>
              <a:ahLst/>
              <a:cxnLst/>
              <a:rect r="r" b="b" t="t" l="l"/>
              <a:pathLst>
                <a:path h="846074" w="2040890">
                  <a:moveTo>
                    <a:pt x="8509" y="0"/>
                  </a:moveTo>
                  <a:lnTo>
                    <a:pt x="2032381" y="0"/>
                  </a:lnTo>
                  <a:cubicBezTo>
                    <a:pt x="2037080" y="0"/>
                    <a:pt x="2040890" y="3810"/>
                    <a:pt x="2040890" y="8509"/>
                  </a:cubicBezTo>
                  <a:lnTo>
                    <a:pt x="2040890" y="837565"/>
                  </a:lnTo>
                  <a:cubicBezTo>
                    <a:pt x="2040890" y="842264"/>
                    <a:pt x="2037080" y="846074"/>
                    <a:pt x="2032381" y="846074"/>
                  </a:cubicBezTo>
                  <a:lnTo>
                    <a:pt x="8509" y="846074"/>
                  </a:lnTo>
                  <a:cubicBezTo>
                    <a:pt x="3810" y="846074"/>
                    <a:pt x="0" y="842264"/>
                    <a:pt x="0" y="83756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37565"/>
                  </a:lnTo>
                  <a:lnTo>
                    <a:pt x="8509" y="837565"/>
                  </a:lnTo>
                  <a:lnTo>
                    <a:pt x="8509" y="829056"/>
                  </a:lnTo>
                  <a:lnTo>
                    <a:pt x="2032381" y="829056"/>
                  </a:lnTo>
                  <a:lnTo>
                    <a:pt x="2032381" y="837565"/>
                  </a:lnTo>
                  <a:lnTo>
                    <a:pt x="2023872" y="837565"/>
                  </a:lnTo>
                  <a:lnTo>
                    <a:pt x="2023872" y="8509"/>
                  </a:lnTo>
                  <a:lnTo>
                    <a:pt x="2032381" y="8509"/>
                  </a:lnTo>
                  <a:lnTo>
                    <a:pt x="203238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12947904" y="4718304"/>
            <a:ext cx="1371600" cy="512064"/>
            <a:chOff x="0" y="0"/>
            <a:chExt cx="1828800" cy="682752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182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" r="0" b="-2192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-38100"/>
              <a:ext cx="1828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recipes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14459455" y="4657087"/>
            <a:ext cx="1530601" cy="634489"/>
            <a:chOff x="0" y="0"/>
            <a:chExt cx="2040801" cy="845985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8509" y="8509"/>
              <a:ext cx="2023872" cy="829056"/>
            </a:xfrm>
            <a:custGeom>
              <a:avLst/>
              <a:gdLst/>
              <a:ahLst/>
              <a:cxnLst/>
              <a:rect r="r" b="b" t="t" l="l"/>
              <a:pathLst>
                <a:path h="829056" w="2023872">
                  <a:moveTo>
                    <a:pt x="0" y="0"/>
                  </a:moveTo>
                  <a:lnTo>
                    <a:pt x="2023872" y="0"/>
                  </a:lnTo>
                  <a:lnTo>
                    <a:pt x="2023872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202" id="202"/>
            <p:cNvSpPr/>
            <p:nvPr/>
          </p:nvSpPr>
          <p:spPr>
            <a:xfrm flipH="false" flipV="false" rot="0">
              <a:off x="0" y="0"/>
              <a:ext cx="2040890" cy="846074"/>
            </a:xfrm>
            <a:custGeom>
              <a:avLst/>
              <a:gdLst/>
              <a:ahLst/>
              <a:cxnLst/>
              <a:rect r="r" b="b" t="t" l="l"/>
              <a:pathLst>
                <a:path h="846074" w="2040890">
                  <a:moveTo>
                    <a:pt x="8509" y="0"/>
                  </a:moveTo>
                  <a:lnTo>
                    <a:pt x="2032381" y="0"/>
                  </a:lnTo>
                  <a:cubicBezTo>
                    <a:pt x="2037080" y="0"/>
                    <a:pt x="2040890" y="3810"/>
                    <a:pt x="2040890" y="8509"/>
                  </a:cubicBezTo>
                  <a:lnTo>
                    <a:pt x="2040890" y="837565"/>
                  </a:lnTo>
                  <a:cubicBezTo>
                    <a:pt x="2040890" y="842264"/>
                    <a:pt x="2037080" y="846074"/>
                    <a:pt x="2032381" y="846074"/>
                  </a:cubicBezTo>
                  <a:lnTo>
                    <a:pt x="8509" y="846074"/>
                  </a:lnTo>
                  <a:cubicBezTo>
                    <a:pt x="3810" y="846074"/>
                    <a:pt x="0" y="842264"/>
                    <a:pt x="0" y="83756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37565"/>
                  </a:lnTo>
                  <a:lnTo>
                    <a:pt x="8509" y="837565"/>
                  </a:lnTo>
                  <a:lnTo>
                    <a:pt x="8509" y="829056"/>
                  </a:lnTo>
                  <a:lnTo>
                    <a:pt x="2032381" y="829056"/>
                  </a:lnTo>
                  <a:lnTo>
                    <a:pt x="2032381" y="837565"/>
                  </a:lnTo>
                  <a:lnTo>
                    <a:pt x="2023872" y="837565"/>
                  </a:lnTo>
                  <a:lnTo>
                    <a:pt x="2023872" y="8509"/>
                  </a:lnTo>
                  <a:lnTo>
                    <a:pt x="2032381" y="8509"/>
                  </a:lnTo>
                  <a:lnTo>
                    <a:pt x="203238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203" id="203"/>
          <p:cNvGrpSpPr/>
          <p:nvPr/>
        </p:nvGrpSpPr>
        <p:grpSpPr>
          <a:xfrm rot="0">
            <a:off x="14538960" y="4718304"/>
            <a:ext cx="1371600" cy="512064"/>
            <a:chOff x="0" y="0"/>
            <a:chExt cx="1828800" cy="682752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182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" r="0" b="-2192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-38100"/>
              <a:ext cx="1828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procurement</a:t>
              </a:r>
            </a:p>
          </p:txBody>
        </p:sp>
      </p:grpSp>
      <p:grpSp>
        <p:nvGrpSpPr>
          <p:cNvPr name="Group 206" id="206"/>
          <p:cNvGrpSpPr/>
          <p:nvPr/>
        </p:nvGrpSpPr>
        <p:grpSpPr>
          <a:xfrm rot="0">
            <a:off x="16050511" y="4657087"/>
            <a:ext cx="1530601" cy="634489"/>
            <a:chOff x="0" y="0"/>
            <a:chExt cx="2040801" cy="845985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8509" y="8509"/>
              <a:ext cx="2023872" cy="829056"/>
            </a:xfrm>
            <a:custGeom>
              <a:avLst/>
              <a:gdLst/>
              <a:ahLst/>
              <a:cxnLst/>
              <a:rect r="r" b="b" t="t" l="l"/>
              <a:pathLst>
                <a:path h="829056" w="2023872">
                  <a:moveTo>
                    <a:pt x="0" y="0"/>
                  </a:moveTo>
                  <a:lnTo>
                    <a:pt x="2023872" y="0"/>
                  </a:lnTo>
                  <a:lnTo>
                    <a:pt x="2023872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2040890" cy="846074"/>
            </a:xfrm>
            <a:custGeom>
              <a:avLst/>
              <a:gdLst/>
              <a:ahLst/>
              <a:cxnLst/>
              <a:rect r="r" b="b" t="t" l="l"/>
              <a:pathLst>
                <a:path h="846074" w="2040890">
                  <a:moveTo>
                    <a:pt x="8509" y="0"/>
                  </a:moveTo>
                  <a:lnTo>
                    <a:pt x="2032381" y="0"/>
                  </a:lnTo>
                  <a:cubicBezTo>
                    <a:pt x="2037080" y="0"/>
                    <a:pt x="2040890" y="3810"/>
                    <a:pt x="2040890" y="8509"/>
                  </a:cubicBezTo>
                  <a:lnTo>
                    <a:pt x="2040890" y="837565"/>
                  </a:lnTo>
                  <a:cubicBezTo>
                    <a:pt x="2040890" y="842264"/>
                    <a:pt x="2037080" y="846074"/>
                    <a:pt x="2032381" y="846074"/>
                  </a:cubicBezTo>
                  <a:lnTo>
                    <a:pt x="8509" y="846074"/>
                  </a:lnTo>
                  <a:cubicBezTo>
                    <a:pt x="3810" y="846074"/>
                    <a:pt x="0" y="842264"/>
                    <a:pt x="0" y="83756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37565"/>
                  </a:lnTo>
                  <a:lnTo>
                    <a:pt x="8509" y="837565"/>
                  </a:lnTo>
                  <a:lnTo>
                    <a:pt x="8509" y="829056"/>
                  </a:lnTo>
                  <a:lnTo>
                    <a:pt x="2032381" y="829056"/>
                  </a:lnTo>
                  <a:lnTo>
                    <a:pt x="2032381" y="837565"/>
                  </a:lnTo>
                  <a:lnTo>
                    <a:pt x="2023872" y="837565"/>
                  </a:lnTo>
                  <a:lnTo>
                    <a:pt x="2023872" y="8509"/>
                  </a:lnTo>
                  <a:lnTo>
                    <a:pt x="2032381" y="8509"/>
                  </a:lnTo>
                  <a:lnTo>
                    <a:pt x="203238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16130016" y="4718304"/>
            <a:ext cx="1371600" cy="512064"/>
            <a:chOff x="0" y="0"/>
            <a:chExt cx="1828800" cy="682752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182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" r="0" b="-2192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-38100"/>
              <a:ext cx="1828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more ···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9509760" y="5486400"/>
            <a:ext cx="8412480" cy="512064"/>
            <a:chOff x="0" y="0"/>
            <a:chExt cx="11216640" cy="682752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11216640" cy="682752"/>
            </a:xfrm>
            <a:custGeom>
              <a:avLst/>
              <a:gdLst/>
              <a:ahLst/>
              <a:cxnLst/>
              <a:rect r="r" b="b" t="t" l="l"/>
              <a:pathLst>
                <a:path h="68275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-28575"/>
              <a:ext cx="1121664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inventory/: raw-materials, finished-goods, stock-in, stock-out, transfers, wastage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9509760" y="6035040"/>
            <a:ext cx="8412480" cy="512064"/>
            <a:chOff x="0" y="0"/>
            <a:chExt cx="11216640" cy="682752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11216640" cy="682752"/>
            </a:xfrm>
            <a:custGeom>
              <a:avLst/>
              <a:gdLst/>
              <a:ahLst/>
              <a:cxnLst/>
              <a:rect r="r" b="b" t="t" l="l"/>
              <a:pathLst>
                <a:path h="68275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-28575"/>
              <a:ext cx="1121664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recipes/: list (tab), :id detail, add-edit, log-production</a:t>
              </a:r>
            </a:p>
          </p:txBody>
        </p:sp>
      </p:grpSp>
      <p:grpSp>
        <p:nvGrpSpPr>
          <p:cNvPr name="Group 218" id="218"/>
          <p:cNvGrpSpPr/>
          <p:nvPr/>
        </p:nvGrpSpPr>
        <p:grpSpPr>
          <a:xfrm rot="0">
            <a:off x="9509760" y="6583680"/>
            <a:ext cx="8412480" cy="512064"/>
            <a:chOff x="0" y="0"/>
            <a:chExt cx="11216640" cy="682752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11216640" cy="682752"/>
            </a:xfrm>
            <a:custGeom>
              <a:avLst/>
              <a:gdLst/>
              <a:ahLst/>
              <a:cxnLst/>
              <a:rect r="r" b="b" t="t" l="l"/>
              <a:pathLst>
                <a:path h="68275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220" id="220"/>
            <p:cNvSpPr txBox="true"/>
            <p:nvPr/>
          </p:nvSpPr>
          <p:spPr>
            <a:xfrm>
              <a:off x="0" y="-28575"/>
              <a:ext cx="1121664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procurement/: suppliers, vendors, indent, orders, grn</a:t>
              </a:r>
            </a:p>
          </p:txBody>
        </p:sp>
      </p:grpSp>
      <p:grpSp>
        <p:nvGrpSpPr>
          <p:cNvPr name="Group 221" id="221"/>
          <p:cNvGrpSpPr/>
          <p:nvPr/>
        </p:nvGrpSpPr>
        <p:grpSpPr>
          <a:xfrm rot="0">
            <a:off x="9509760" y="7132320"/>
            <a:ext cx="8412480" cy="512064"/>
            <a:chOff x="0" y="0"/>
            <a:chExt cx="11216640" cy="682752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11216640" cy="682752"/>
            </a:xfrm>
            <a:custGeom>
              <a:avLst/>
              <a:gdLst/>
              <a:ahLst/>
              <a:cxnLst/>
              <a:rect r="r" b="b" t="t" l="l"/>
              <a:pathLst>
                <a:path h="68275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223" id="223"/>
            <p:cNvSpPr txBox="true"/>
            <p:nvPr/>
          </p:nvSpPr>
          <p:spPr>
            <a:xfrm>
              <a:off x="0" y="-28575"/>
              <a:ext cx="1121664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More →  sales/daily-sales, customers/index, meal-planning/weekly</a:t>
              </a:r>
            </a:p>
          </p:txBody>
        </p:sp>
      </p:grpSp>
      <p:grpSp>
        <p:nvGrpSpPr>
          <p:cNvPr name="Group 224" id="224"/>
          <p:cNvGrpSpPr/>
          <p:nvPr/>
        </p:nvGrpSpPr>
        <p:grpSpPr>
          <a:xfrm rot="0">
            <a:off x="9509760" y="7680960"/>
            <a:ext cx="8412480" cy="512064"/>
            <a:chOff x="0" y="0"/>
            <a:chExt cx="11216640" cy="682752"/>
          </a:xfrm>
        </p:grpSpPr>
        <p:sp>
          <p:nvSpPr>
            <p:cNvPr name="Freeform 225" id="225"/>
            <p:cNvSpPr/>
            <p:nvPr/>
          </p:nvSpPr>
          <p:spPr>
            <a:xfrm flipH="false" flipV="false" rot="0">
              <a:off x="0" y="0"/>
              <a:ext cx="11216640" cy="682752"/>
            </a:xfrm>
            <a:custGeom>
              <a:avLst/>
              <a:gdLst/>
              <a:ahLst/>
              <a:cxnLst/>
              <a:rect r="r" b="b" t="t" l="l"/>
              <a:pathLst>
                <a:path h="68275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226" id="226"/>
            <p:cNvSpPr txBox="true"/>
            <p:nvPr/>
          </p:nvSpPr>
          <p:spPr>
            <a:xfrm>
              <a:off x="0" y="-28575"/>
              <a:ext cx="1121664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reports/[type], staff/shifts, admin/(analytics, audit, branches, users)</a:t>
              </a:r>
            </a:p>
          </p:txBody>
        </p:sp>
      </p:grpSp>
      <p:grpSp>
        <p:nvGrpSpPr>
          <p:cNvPr name="Group 227" id="227"/>
          <p:cNvGrpSpPr/>
          <p:nvPr/>
        </p:nvGrpSpPr>
        <p:grpSpPr>
          <a:xfrm rot="0">
            <a:off x="9509760" y="8321040"/>
            <a:ext cx="8503920" cy="914400"/>
            <a:chOff x="0" y="0"/>
            <a:chExt cx="11338560" cy="1219200"/>
          </a:xfrm>
        </p:grpSpPr>
        <p:sp>
          <p:nvSpPr>
            <p:cNvPr name="Freeform 228" id="228"/>
            <p:cNvSpPr/>
            <p:nvPr/>
          </p:nvSpPr>
          <p:spPr>
            <a:xfrm flipH="false" flipV="false" rot="0">
              <a:off x="0" y="0"/>
              <a:ext cx="113385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210" r="0" b="-131210"/>
              </a:stretch>
            </a:blipFill>
          </p:spPr>
        </p:sp>
        <p:sp>
          <p:nvSpPr>
            <p:cNvPr name="TextBox 229" id="229"/>
            <p:cNvSpPr txBox="true"/>
            <p:nvPr/>
          </p:nvSpPr>
          <p:spPr>
            <a:xfrm>
              <a:off x="0" y="-28575"/>
              <a:ext cx="1133856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8B949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Auth guard: every (app) route checks isAuthenticated → Redirect to /(auth)/login if false</a:t>
              </a:r>
            </a:p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8B949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Token persisted via Expo SecureStore — loaded on app start via initAuthThunk()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46304" cy="1316736"/>
            <a:chOff x="0" y="0"/>
            <a:chExt cx="195072" cy="17556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072" cy="1755648"/>
            </a:xfrm>
            <a:custGeom>
              <a:avLst/>
              <a:gdLst/>
              <a:ahLst/>
              <a:cxnLst/>
              <a:rect r="r" b="b" t="t" l="l"/>
              <a:pathLst>
                <a:path h="175564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65760" y="182880"/>
            <a:ext cx="17556480" cy="914400"/>
            <a:chOff x="0" y="0"/>
            <a:chExt cx="2340864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40863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112" r="0" b="-32411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340864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3FB9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Summary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53063" y="1541783"/>
            <a:ext cx="4048763" cy="4688843"/>
            <a:chOff x="0" y="0"/>
            <a:chExt cx="5398351" cy="62517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6891" y="16891"/>
              <a:ext cx="5364480" cy="6217920"/>
            </a:xfrm>
            <a:custGeom>
              <a:avLst/>
              <a:gdLst/>
              <a:ahLst/>
              <a:cxnLst/>
              <a:rect r="r" b="b" t="t" l="l"/>
              <a:pathLst>
                <a:path h="62179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217920"/>
                  </a:lnTo>
                  <a:lnTo>
                    <a:pt x="0" y="621792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98262" cy="6251702"/>
            </a:xfrm>
            <a:custGeom>
              <a:avLst/>
              <a:gdLst/>
              <a:ahLst/>
              <a:cxnLst/>
              <a:rect r="r" b="b" t="t" l="l"/>
              <a:pathLst>
                <a:path h="625170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6234811"/>
                  </a:lnTo>
                  <a:cubicBezTo>
                    <a:pt x="5398262" y="6244209"/>
                    <a:pt x="5390642" y="6251702"/>
                    <a:pt x="5381371" y="6251702"/>
                  </a:cubicBezTo>
                  <a:lnTo>
                    <a:pt x="16891" y="6251702"/>
                  </a:lnTo>
                  <a:cubicBezTo>
                    <a:pt x="7493" y="6251702"/>
                    <a:pt x="0" y="6244082"/>
                    <a:pt x="0" y="6234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234811"/>
                  </a:lnTo>
                  <a:lnTo>
                    <a:pt x="16891" y="6234811"/>
                  </a:lnTo>
                  <a:lnTo>
                    <a:pt x="16891" y="6217920"/>
                  </a:lnTo>
                  <a:lnTo>
                    <a:pt x="5381371" y="6217920"/>
                  </a:lnTo>
                  <a:lnTo>
                    <a:pt x="5381371" y="6234811"/>
                  </a:lnTo>
                  <a:lnTo>
                    <a:pt x="5364480" y="623481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365760" y="1554480"/>
            <a:ext cx="4023360" cy="585216"/>
            <a:chOff x="0" y="0"/>
            <a:chExt cx="5364480" cy="7802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64480" cy="780288"/>
            </a:xfrm>
            <a:custGeom>
              <a:avLst/>
              <a:gdLst/>
              <a:ahLst/>
              <a:cxnLst/>
              <a:rect r="r" b="b" t="t" l="l"/>
              <a:pathLst>
                <a:path h="78028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75488" y="1627632"/>
            <a:ext cx="3803904" cy="475488"/>
            <a:chOff x="0" y="0"/>
            <a:chExt cx="5071872" cy="63398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71872" cy="633984"/>
            </a:xfrm>
            <a:custGeom>
              <a:avLst/>
              <a:gdLst/>
              <a:ahLst/>
              <a:cxnLst/>
              <a:rect r="r" b="b" t="t" l="l"/>
              <a:pathLst>
                <a:path h="633984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5071872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🌐 Web Frontend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12064" y="2249424"/>
            <a:ext cx="3803904" cy="694944"/>
            <a:chOff x="0" y="0"/>
            <a:chExt cx="5071872" cy="9265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71872" cy="926592"/>
            </a:xfrm>
            <a:custGeom>
              <a:avLst/>
              <a:gdLst/>
              <a:ahLst/>
              <a:cxnLst/>
              <a:rect r="r" b="b" t="t" l="l"/>
              <a:pathLst>
                <a:path h="926592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654" r="0" b="-5665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07187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React 18 + Redux Toolkit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12064" y="2980944"/>
            <a:ext cx="3803904" cy="694944"/>
            <a:chOff x="0" y="0"/>
            <a:chExt cx="5071872" cy="92659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71872" cy="926592"/>
            </a:xfrm>
            <a:custGeom>
              <a:avLst/>
              <a:gdLst/>
              <a:ahLst/>
              <a:cxnLst/>
              <a:rect r="r" b="b" t="t" l="l"/>
              <a:pathLst>
                <a:path h="926592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654" r="0" b="-5665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07187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React Router v6 + Axios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12064" y="3712464"/>
            <a:ext cx="3803904" cy="694944"/>
            <a:chOff x="0" y="0"/>
            <a:chExt cx="5071872" cy="9265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71872" cy="926592"/>
            </a:xfrm>
            <a:custGeom>
              <a:avLst/>
              <a:gdLst/>
              <a:ahLst/>
              <a:cxnLst/>
              <a:rect r="r" b="b" t="t" l="l"/>
              <a:pathLst>
                <a:path h="926592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654" r="0" b="-5665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07187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60+ pages across 13 modules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12064" y="4443984"/>
            <a:ext cx="3803904" cy="694944"/>
            <a:chOff x="0" y="0"/>
            <a:chExt cx="5071872" cy="9265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071872" cy="926592"/>
            </a:xfrm>
            <a:custGeom>
              <a:avLst/>
              <a:gdLst/>
              <a:ahLst/>
              <a:cxnLst/>
              <a:rect r="r" b="b" t="t" l="l"/>
              <a:pathLst>
                <a:path h="926592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654" r="0" b="-5665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507187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Role-based route guards (RoleRoute)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12064" y="5175504"/>
            <a:ext cx="3803904" cy="694944"/>
            <a:chOff x="0" y="0"/>
            <a:chExt cx="5071872" cy="9265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071872" cy="926592"/>
            </a:xfrm>
            <a:custGeom>
              <a:avLst/>
              <a:gdLst/>
              <a:ahLst/>
              <a:cxnLst/>
              <a:rect r="r" b="b" t="t" l="l"/>
              <a:pathLst>
                <a:path h="926592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654" r="0" b="-5665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07187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JWT auto-logout on 401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650743" y="1541783"/>
            <a:ext cx="4048763" cy="4688843"/>
            <a:chOff x="0" y="0"/>
            <a:chExt cx="5398351" cy="625179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891" y="16891"/>
              <a:ext cx="5364480" cy="6217920"/>
            </a:xfrm>
            <a:custGeom>
              <a:avLst/>
              <a:gdLst/>
              <a:ahLst/>
              <a:cxnLst/>
              <a:rect r="r" b="b" t="t" l="l"/>
              <a:pathLst>
                <a:path h="62179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217920"/>
                  </a:lnTo>
                  <a:lnTo>
                    <a:pt x="0" y="621792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98262" cy="6251702"/>
            </a:xfrm>
            <a:custGeom>
              <a:avLst/>
              <a:gdLst/>
              <a:ahLst/>
              <a:cxnLst/>
              <a:rect r="r" b="b" t="t" l="l"/>
              <a:pathLst>
                <a:path h="625170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6234811"/>
                  </a:lnTo>
                  <a:cubicBezTo>
                    <a:pt x="5398262" y="6244209"/>
                    <a:pt x="5390642" y="6251702"/>
                    <a:pt x="5381371" y="6251702"/>
                  </a:cubicBezTo>
                  <a:lnTo>
                    <a:pt x="16891" y="6251702"/>
                  </a:lnTo>
                  <a:cubicBezTo>
                    <a:pt x="7493" y="6251702"/>
                    <a:pt x="0" y="6244082"/>
                    <a:pt x="0" y="6234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234811"/>
                  </a:lnTo>
                  <a:lnTo>
                    <a:pt x="16891" y="6234811"/>
                  </a:lnTo>
                  <a:lnTo>
                    <a:pt x="16891" y="6217920"/>
                  </a:lnTo>
                  <a:lnTo>
                    <a:pt x="5381371" y="6217920"/>
                  </a:lnTo>
                  <a:lnTo>
                    <a:pt x="5381371" y="6234811"/>
                  </a:lnTo>
                  <a:lnTo>
                    <a:pt x="5364480" y="623481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4663440" y="1554480"/>
            <a:ext cx="4023360" cy="585216"/>
            <a:chOff x="0" y="0"/>
            <a:chExt cx="5364480" cy="78028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364480" cy="780288"/>
            </a:xfrm>
            <a:custGeom>
              <a:avLst/>
              <a:gdLst/>
              <a:ahLst/>
              <a:cxnLst/>
              <a:rect r="r" b="b" t="t" l="l"/>
              <a:pathLst>
                <a:path h="78028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4773168" y="1627632"/>
            <a:ext cx="3803904" cy="475488"/>
            <a:chOff x="0" y="0"/>
            <a:chExt cx="5071872" cy="63398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071872" cy="633984"/>
            </a:xfrm>
            <a:custGeom>
              <a:avLst/>
              <a:gdLst/>
              <a:ahLst/>
              <a:cxnLst/>
              <a:rect r="r" b="b" t="t" l="l"/>
              <a:pathLst>
                <a:path h="633984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5071872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⚙️ Backend API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809744" y="2249424"/>
            <a:ext cx="3803904" cy="694944"/>
            <a:chOff x="0" y="0"/>
            <a:chExt cx="5071872" cy="9265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071872" cy="926592"/>
            </a:xfrm>
            <a:custGeom>
              <a:avLst/>
              <a:gdLst/>
              <a:ahLst/>
              <a:cxnLst/>
              <a:rect r="r" b="b" t="t" l="l"/>
              <a:pathLst>
                <a:path h="926592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654" r="0" b="-5665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507187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Spring Boot 3 + Java 17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809744" y="2980944"/>
            <a:ext cx="3803904" cy="694944"/>
            <a:chOff x="0" y="0"/>
            <a:chExt cx="5071872" cy="9265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71872" cy="926592"/>
            </a:xfrm>
            <a:custGeom>
              <a:avLst/>
              <a:gdLst/>
              <a:ahLst/>
              <a:cxnLst/>
              <a:rect r="r" b="b" t="t" l="l"/>
              <a:pathLst>
                <a:path h="926592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654" r="0" b="-5665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507187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28 REST controllers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4809744" y="3712464"/>
            <a:ext cx="3803904" cy="694944"/>
            <a:chOff x="0" y="0"/>
            <a:chExt cx="5071872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071872" cy="926592"/>
            </a:xfrm>
            <a:custGeom>
              <a:avLst/>
              <a:gdLst/>
              <a:ahLst/>
              <a:cxnLst/>
              <a:rect r="r" b="b" t="t" l="l"/>
              <a:pathLst>
                <a:path h="926592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654" r="0" b="-5665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507187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10 service classes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4809744" y="4443984"/>
            <a:ext cx="3803904" cy="694944"/>
            <a:chOff x="0" y="0"/>
            <a:chExt cx="5071872" cy="9265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071872" cy="926592"/>
            </a:xfrm>
            <a:custGeom>
              <a:avLst/>
              <a:gdLst/>
              <a:ahLst/>
              <a:cxnLst/>
              <a:rect r="r" b="b" t="t" l="l"/>
              <a:pathLst>
                <a:path h="926592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654" r="0" b="-5665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507187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Spring Security + JWT (24h)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809744" y="5175504"/>
            <a:ext cx="3803904" cy="694944"/>
            <a:chOff x="0" y="0"/>
            <a:chExt cx="5071872" cy="9265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071872" cy="926592"/>
            </a:xfrm>
            <a:custGeom>
              <a:avLst/>
              <a:gdLst/>
              <a:ahLst/>
              <a:cxnLst/>
              <a:rect r="r" b="b" t="t" l="l"/>
              <a:pathLst>
                <a:path h="926592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654" r="0" b="-5665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507187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Groq AI chat integration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948423" y="1541783"/>
            <a:ext cx="4048763" cy="4688843"/>
            <a:chOff x="0" y="0"/>
            <a:chExt cx="5398351" cy="625179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5364480" cy="6217920"/>
            </a:xfrm>
            <a:custGeom>
              <a:avLst/>
              <a:gdLst/>
              <a:ahLst/>
              <a:cxnLst/>
              <a:rect r="r" b="b" t="t" l="l"/>
              <a:pathLst>
                <a:path h="62179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217920"/>
                  </a:lnTo>
                  <a:lnTo>
                    <a:pt x="0" y="621792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398262" cy="6251702"/>
            </a:xfrm>
            <a:custGeom>
              <a:avLst/>
              <a:gdLst/>
              <a:ahLst/>
              <a:cxnLst/>
              <a:rect r="r" b="b" t="t" l="l"/>
              <a:pathLst>
                <a:path h="625170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6234811"/>
                  </a:lnTo>
                  <a:cubicBezTo>
                    <a:pt x="5398262" y="6244209"/>
                    <a:pt x="5390642" y="6251702"/>
                    <a:pt x="5381371" y="6251702"/>
                  </a:cubicBezTo>
                  <a:lnTo>
                    <a:pt x="16891" y="6251702"/>
                  </a:lnTo>
                  <a:cubicBezTo>
                    <a:pt x="7493" y="6251702"/>
                    <a:pt x="0" y="6244082"/>
                    <a:pt x="0" y="6234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234811"/>
                  </a:lnTo>
                  <a:lnTo>
                    <a:pt x="16891" y="6234811"/>
                  </a:lnTo>
                  <a:lnTo>
                    <a:pt x="16891" y="6217920"/>
                  </a:lnTo>
                  <a:lnTo>
                    <a:pt x="5381371" y="6217920"/>
                  </a:lnTo>
                  <a:lnTo>
                    <a:pt x="5381371" y="6234811"/>
                  </a:lnTo>
                  <a:lnTo>
                    <a:pt x="5364480" y="623481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8961120" y="1554480"/>
            <a:ext cx="4023360" cy="585216"/>
            <a:chOff x="0" y="0"/>
            <a:chExt cx="5364480" cy="78028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364480" cy="780288"/>
            </a:xfrm>
            <a:custGeom>
              <a:avLst/>
              <a:gdLst/>
              <a:ahLst/>
              <a:cxnLst/>
              <a:rect r="r" b="b" t="t" l="l"/>
              <a:pathLst>
                <a:path h="78028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070848" y="1627632"/>
            <a:ext cx="3803904" cy="475488"/>
            <a:chOff x="0" y="0"/>
            <a:chExt cx="5071872" cy="63398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071872" cy="633984"/>
            </a:xfrm>
            <a:custGeom>
              <a:avLst/>
              <a:gdLst/>
              <a:ahLst/>
              <a:cxnLst/>
              <a:rect r="r" b="b" t="t" l="l"/>
              <a:pathLst>
                <a:path h="633984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5071872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🗄️ Data Layer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107424" y="2249424"/>
            <a:ext cx="3803904" cy="694944"/>
            <a:chOff x="0" y="0"/>
            <a:chExt cx="5071872" cy="92659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071872" cy="926592"/>
            </a:xfrm>
            <a:custGeom>
              <a:avLst/>
              <a:gdLst/>
              <a:ahLst/>
              <a:cxnLst/>
              <a:rect r="r" b="b" t="t" l="l"/>
              <a:pathLst>
                <a:path h="926592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654" r="0" b="-56654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507187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MySQL 8 + JPA/Hibernate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107424" y="2980944"/>
            <a:ext cx="3803904" cy="694944"/>
            <a:chOff x="0" y="0"/>
            <a:chExt cx="5071872" cy="92659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071872" cy="926592"/>
            </a:xfrm>
            <a:custGeom>
              <a:avLst/>
              <a:gdLst/>
              <a:ahLst/>
              <a:cxnLst/>
              <a:rect r="r" b="b" t="t" l="l"/>
              <a:pathLst>
                <a:path h="926592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654" r="0" b="-56654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507187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20 Entity classes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107424" y="3712464"/>
            <a:ext cx="3803904" cy="694944"/>
            <a:chOff x="0" y="0"/>
            <a:chExt cx="5071872" cy="92659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071872" cy="926592"/>
            </a:xfrm>
            <a:custGeom>
              <a:avLst/>
              <a:gdLst/>
              <a:ahLst/>
              <a:cxnLst/>
              <a:rect r="r" b="b" t="t" l="l"/>
              <a:pathLst>
                <a:path h="926592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654" r="0" b="-56654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507187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28 JPA Repositories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107424" y="4443984"/>
            <a:ext cx="3803904" cy="694944"/>
            <a:chOff x="0" y="0"/>
            <a:chExt cx="5071872" cy="92659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071872" cy="926592"/>
            </a:xfrm>
            <a:custGeom>
              <a:avLst/>
              <a:gdLst/>
              <a:ahLst/>
              <a:cxnLst/>
              <a:rect r="r" b="b" t="t" l="l"/>
              <a:pathLst>
                <a:path h="926592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654" r="0" b="-56654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507187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HikariCP connection pool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107424" y="5175504"/>
            <a:ext cx="3803904" cy="694944"/>
            <a:chOff x="0" y="0"/>
            <a:chExt cx="5071872" cy="92659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071872" cy="926592"/>
            </a:xfrm>
            <a:custGeom>
              <a:avLst/>
              <a:gdLst/>
              <a:ahLst/>
              <a:cxnLst/>
              <a:rect r="r" b="b" t="t" l="l"/>
              <a:pathLst>
                <a:path h="926592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654" r="0" b="-56654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507187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Async audit logging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3246103" y="1541783"/>
            <a:ext cx="4048763" cy="4688843"/>
            <a:chOff x="0" y="0"/>
            <a:chExt cx="5398351" cy="625179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16891" y="16891"/>
              <a:ext cx="5364480" cy="6217920"/>
            </a:xfrm>
            <a:custGeom>
              <a:avLst/>
              <a:gdLst/>
              <a:ahLst/>
              <a:cxnLst/>
              <a:rect r="r" b="b" t="t" l="l"/>
              <a:pathLst>
                <a:path h="62179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217920"/>
                  </a:lnTo>
                  <a:lnTo>
                    <a:pt x="0" y="621792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398262" cy="6251702"/>
            </a:xfrm>
            <a:custGeom>
              <a:avLst/>
              <a:gdLst/>
              <a:ahLst/>
              <a:cxnLst/>
              <a:rect r="r" b="b" t="t" l="l"/>
              <a:pathLst>
                <a:path h="625170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6234811"/>
                  </a:lnTo>
                  <a:cubicBezTo>
                    <a:pt x="5398262" y="6244209"/>
                    <a:pt x="5390642" y="6251702"/>
                    <a:pt x="5381371" y="6251702"/>
                  </a:cubicBezTo>
                  <a:lnTo>
                    <a:pt x="16891" y="6251702"/>
                  </a:lnTo>
                  <a:cubicBezTo>
                    <a:pt x="7493" y="6251702"/>
                    <a:pt x="0" y="6244082"/>
                    <a:pt x="0" y="6234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234811"/>
                  </a:lnTo>
                  <a:lnTo>
                    <a:pt x="16891" y="6234811"/>
                  </a:lnTo>
                  <a:lnTo>
                    <a:pt x="16891" y="6217920"/>
                  </a:lnTo>
                  <a:lnTo>
                    <a:pt x="5381371" y="6217920"/>
                  </a:lnTo>
                  <a:lnTo>
                    <a:pt x="5381371" y="6234811"/>
                  </a:lnTo>
                  <a:lnTo>
                    <a:pt x="5364480" y="623481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3258800" y="1554480"/>
            <a:ext cx="4023360" cy="585216"/>
            <a:chOff x="0" y="0"/>
            <a:chExt cx="5364480" cy="78028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364480" cy="780288"/>
            </a:xfrm>
            <a:custGeom>
              <a:avLst/>
              <a:gdLst/>
              <a:ahLst/>
              <a:cxnLst/>
              <a:rect r="r" b="b" t="t" l="l"/>
              <a:pathLst>
                <a:path h="78028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3368528" y="1627632"/>
            <a:ext cx="3803904" cy="475488"/>
            <a:chOff x="0" y="0"/>
            <a:chExt cx="5071872" cy="63398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071872" cy="633984"/>
            </a:xfrm>
            <a:custGeom>
              <a:avLst/>
              <a:gdLst/>
              <a:ahLst/>
              <a:cxnLst/>
              <a:rect r="r" b="b" t="t" l="l"/>
              <a:pathLst>
                <a:path h="633984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5071872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📱 Mobile App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3405104" y="2249424"/>
            <a:ext cx="3803904" cy="694944"/>
            <a:chOff x="0" y="0"/>
            <a:chExt cx="5071872" cy="92659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071872" cy="926592"/>
            </a:xfrm>
            <a:custGeom>
              <a:avLst/>
              <a:gdLst/>
              <a:ahLst/>
              <a:cxnLst/>
              <a:rect r="r" b="b" t="t" l="l"/>
              <a:pathLst>
                <a:path h="926592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654" r="0" b="-56654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507187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React Native + Expo SDK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3405104" y="2980944"/>
            <a:ext cx="3803904" cy="694944"/>
            <a:chOff x="0" y="0"/>
            <a:chExt cx="5071872" cy="92659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071872" cy="926592"/>
            </a:xfrm>
            <a:custGeom>
              <a:avLst/>
              <a:gdLst/>
              <a:ahLst/>
              <a:cxnLst/>
              <a:rect r="r" b="b" t="t" l="l"/>
              <a:pathLst>
                <a:path h="926592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654" r="0" b="-56654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507187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Expo Router (file-based)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3405104" y="3712464"/>
            <a:ext cx="3803904" cy="694944"/>
            <a:chOff x="0" y="0"/>
            <a:chExt cx="5071872" cy="92659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071872" cy="926592"/>
            </a:xfrm>
            <a:custGeom>
              <a:avLst/>
              <a:gdLst/>
              <a:ahLst/>
              <a:cxnLst/>
              <a:rect r="r" b="b" t="t" l="l"/>
              <a:pathLst>
                <a:path h="926592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654" r="0" b="-56654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507187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Redux auth slice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3405104" y="4443984"/>
            <a:ext cx="3803904" cy="694944"/>
            <a:chOff x="0" y="0"/>
            <a:chExt cx="5071872" cy="92659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5071872" cy="926592"/>
            </a:xfrm>
            <a:custGeom>
              <a:avLst/>
              <a:gdLst/>
              <a:ahLst/>
              <a:cxnLst/>
              <a:rect r="r" b="b" t="t" l="l"/>
              <a:pathLst>
                <a:path h="926592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654" r="0" b="-56654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507187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SecureStore for JWT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3405104" y="5175504"/>
            <a:ext cx="3803904" cy="694944"/>
            <a:chOff x="0" y="0"/>
            <a:chExt cx="5071872" cy="92659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5071872" cy="926592"/>
            </a:xfrm>
            <a:custGeom>
              <a:avLst/>
              <a:gdLst/>
              <a:ahLst/>
              <a:cxnLst/>
              <a:rect r="r" b="b" t="t" l="l"/>
              <a:pathLst>
                <a:path h="926592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654" r="0" b="-56654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507187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iOS + Android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353063" y="6479543"/>
            <a:ext cx="17581883" cy="2768603"/>
            <a:chOff x="0" y="0"/>
            <a:chExt cx="23442511" cy="3691471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16891" y="16891"/>
              <a:ext cx="23408639" cy="3657600"/>
            </a:xfrm>
            <a:custGeom>
              <a:avLst/>
              <a:gdLst/>
              <a:ahLst/>
              <a:cxnLst/>
              <a:rect r="r" b="b" t="t" l="l"/>
              <a:pathLst>
                <a:path h="3657600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3442422" cy="3691382"/>
            </a:xfrm>
            <a:custGeom>
              <a:avLst/>
              <a:gdLst/>
              <a:ahLst/>
              <a:cxnLst/>
              <a:rect r="r" b="b" t="t" l="l"/>
              <a:pathLst>
                <a:path h="3691382" w="23442422">
                  <a:moveTo>
                    <a:pt x="16891" y="0"/>
                  </a:moveTo>
                  <a:lnTo>
                    <a:pt x="23425530" y="0"/>
                  </a:lnTo>
                  <a:cubicBezTo>
                    <a:pt x="23434929" y="0"/>
                    <a:pt x="23442422" y="7620"/>
                    <a:pt x="23442422" y="16891"/>
                  </a:cubicBezTo>
                  <a:lnTo>
                    <a:pt x="23442422" y="3674491"/>
                  </a:lnTo>
                  <a:cubicBezTo>
                    <a:pt x="23442422" y="3683889"/>
                    <a:pt x="23434802" y="3691382"/>
                    <a:pt x="23425530" y="3691382"/>
                  </a:cubicBezTo>
                  <a:lnTo>
                    <a:pt x="16891" y="3691382"/>
                  </a:lnTo>
                  <a:cubicBezTo>
                    <a:pt x="7493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16891" y="3657600"/>
                  </a:lnTo>
                  <a:lnTo>
                    <a:pt x="23425530" y="3657600"/>
                  </a:lnTo>
                  <a:lnTo>
                    <a:pt x="23425530" y="3674491"/>
                  </a:lnTo>
                  <a:lnTo>
                    <a:pt x="23408639" y="3674491"/>
                  </a:lnTo>
                  <a:lnTo>
                    <a:pt x="23408639" y="16891"/>
                  </a:lnTo>
                  <a:lnTo>
                    <a:pt x="23425530" y="16891"/>
                  </a:lnTo>
                  <a:lnTo>
                    <a:pt x="234255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640080" y="6583680"/>
            <a:ext cx="5486400" cy="512064"/>
            <a:chOff x="0" y="0"/>
            <a:chExt cx="7315200" cy="68275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731520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47625"/>
              <a:ext cx="73152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D299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 Business Modules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548640" y="7132320"/>
            <a:ext cx="146304" cy="237744"/>
            <a:chOff x="0" y="0"/>
            <a:chExt cx="195072" cy="316992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95072" cy="316992"/>
            </a:xfrm>
            <a:custGeom>
              <a:avLst/>
              <a:gdLst/>
              <a:ahLst/>
              <a:cxnLst/>
              <a:rect r="r" b="b" t="t" l="l"/>
              <a:pathLst>
                <a:path h="31699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16992"/>
                  </a:lnTo>
                  <a:lnTo>
                    <a:pt x="0" y="316992"/>
                  </a:ln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822960" y="7132320"/>
            <a:ext cx="16916400" cy="292608"/>
            <a:chOff x="0" y="0"/>
            <a:chExt cx="22555200" cy="390144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2555200" cy="390144"/>
            </a:xfrm>
            <a:custGeom>
              <a:avLst/>
              <a:gdLst/>
              <a:ahLst/>
              <a:cxnLst/>
              <a:rect r="r" b="b" t="t" l="l"/>
              <a:pathLst>
                <a:path h="390144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6478" r="0" b="-1076478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22555200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Recipe Management — CRUD, steps, nutrition, allergens, version history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548640" y="7424928"/>
            <a:ext cx="146304" cy="237744"/>
            <a:chOff x="0" y="0"/>
            <a:chExt cx="195072" cy="31699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95072" cy="316992"/>
            </a:xfrm>
            <a:custGeom>
              <a:avLst/>
              <a:gdLst/>
              <a:ahLst/>
              <a:cxnLst/>
              <a:rect r="r" b="b" t="t" l="l"/>
              <a:pathLst>
                <a:path h="31699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16992"/>
                  </a:lnTo>
                  <a:lnTo>
                    <a:pt x="0" y="316992"/>
                  </a:lnTo>
                  <a:close/>
                </a:path>
              </a:pathLst>
            </a:custGeom>
            <a:solidFill>
              <a:srgbClr val="39D353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822960" y="7424928"/>
            <a:ext cx="16916400" cy="292608"/>
            <a:chOff x="0" y="0"/>
            <a:chExt cx="22555200" cy="390144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2555200" cy="390144"/>
            </a:xfrm>
            <a:custGeom>
              <a:avLst/>
              <a:gdLst/>
              <a:ahLst/>
              <a:cxnLst/>
              <a:rect r="r" b="b" t="t" l="l"/>
              <a:pathLst>
                <a:path h="390144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6478" r="0" b="-1076478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22555200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Inventory — raw materials, finished goods, stock in/out, transfers, wastage, low-stock alerts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548640" y="7717536"/>
            <a:ext cx="146304" cy="237744"/>
            <a:chOff x="0" y="0"/>
            <a:chExt cx="195072" cy="316992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95072" cy="316992"/>
            </a:xfrm>
            <a:custGeom>
              <a:avLst/>
              <a:gdLst/>
              <a:ahLst/>
              <a:cxnLst/>
              <a:rect r="r" b="b" t="t" l="l"/>
              <a:pathLst>
                <a:path h="31699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16992"/>
                  </a:lnTo>
                  <a:lnTo>
                    <a:pt x="0" y="316992"/>
                  </a:lnTo>
                  <a:close/>
                </a:path>
              </a:pathLst>
            </a:custGeom>
            <a:solidFill>
              <a:srgbClr val="F85149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822960" y="7717536"/>
            <a:ext cx="16916400" cy="292608"/>
            <a:chOff x="0" y="0"/>
            <a:chExt cx="22555200" cy="390144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2555200" cy="390144"/>
            </a:xfrm>
            <a:custGeom>
              <a:avLst/>
              <a:gdLst/>
              <a:ahLst/>
              <a:cxnLst/>
              <a:rect r="r" b="b" t="t" l="l"/>
              <a:pathLst>
                <a:path h="390144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6478" r="0" b="-1076478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22555200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Procurement — supplier management, material indent, purchase orders, GRN, vendor approval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548640" y="8010144"/>
            <a:ext cx="146304" cy="237744"/>
            <a:chOff x="0" y="0"/>
            <a:chExt cx="195072" cy="31699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95072" cy="316992"/>
            </a:xfrm>
            <a:custGeom>
              <a:avLst/>
              <a:gdLst/>
              <a:ahLst/>
              <a:cxnLst/>
              <a:rect r="r" b="b" t="t" l="l"/>
              <a:pathLst>
                <a:path h="31699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16992"/>
                  </a:lnTo>
                  <a:lnTo>
                    <a:pt x="0" y="316992"/>
                  </a:lnTo>
                  <a:close/>
                </a:path>
              </a:pathLst>
            </a:custGeom>
            <a:solidFill>
              <a:srgbClr val="BC8CFF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822960" y="8010144"/>
            <a:ext cx="16916400" cy="292608"/>
            <a:chOff x="0" y="0"/>
            <a:chExt cx="22555200" cy="390144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22555200" cy="390144"/>
            </a:xfrm>
            <a:custGeom>
              <a:avLst/>
              <a:gdLst/>
              <a:ahLst/>
              <a:cxnLst/>
              <a:rect r="r" b="b" t="t" l="l"/>
              <a:pathLst>
                <a:path h="390144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6478" r="0" b="-1076478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22555200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Meal Planning — weekly plans, ingredient forecasting, push to branches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548640" y="8302752"/>
            <a:ext cx="146304" cy="237744"/>
            <a:chOff x="0" y="0"/>
            <a:chExt cx="195072" cy="31699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195072" cy="316992"/>
            </a:xfrm>
            <a:custGeom>
              <a:avLst/>
              <a:gdLst/>
              <a:ahLst/>
              <a:cxnLst/>
              <a:rect r="r" b="b" t="t" l="l"/>
              <a:pathLst>
                <a:path h="31699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16992"/>
                  </a:lnTo>
                  <a:lnTo>
                    <a:pt x="0" y="316992"/>
                  </a:ln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822960" y="8302752"/>
            <a:ext cx="16916400" cy="292608"/>
            <a:chOff x="0" y="0"/>
            <a:chExt cx="22555200" cy="390144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22555200" cy="390144"/>
            </a:xfrm>
            <a:custGeom>
              <a:avLst/>
              <a:gdLst/>
              <a:ahLst/>
              <a:cxnLst/>
              <a:rect r="r" b="b" t="t" l="l"/>
              <a:pathLst>
                <a:path h="390144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6478" r="0" b="-1076478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38100"/>
              <a:ext cx="22555200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Sales &amp; CRM — daily sales, customer loyalty tiers, shift tracking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548640" y="8595360"/>
            <a:ext cx="146304" cy="237744"/>
            <a:chOff x="0" y="0"/>
            <a:chExt cx="195072" cy="316992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95072" cy="316992"/>
            </a:xfrm>
            <a:custGeom>
              <a:avLst/>
              <a:gdLst/>
              <a:ahLst/>
              <a:cxnLst/>
              <a:rect r="r" b="b" t="t" l="l"/>
              <a:pathLst>
                <a:path h="31699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16992"/>
                  </a:lnTo>
                  <a:lnTo>
                    <a:pt x="0" y="316992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822960" y="8595360"/>
            <a:ext cx="16916400" cy="292608"/>
            <a:chOff x="0" y="0"/>
            <a:chExt cx="22555200" cy="390144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22555200" cy="390144"/>
            </a:xfrm>
            <a:custGeom>
              <a:avLst/>
              <a:gdLst/>
              <a:ahLst/>
              <a:cxnLst/>
              <a:rect r="r" b="b" t="t" l="l"/>
              <a:pathLst>
                <a:path h="390144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6478" r="0" b="-1076478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38100"/>
              <a:ext cx="22555200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9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Admin — user management, branch management, audit logs, analytics, AI chat assistant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DAHEgQo8C8o</dc:identifier>
  <dcterms:modified xsi:type="dcterms:W3CDTF">2011-08-01T06:04:30Z</dcterms:modified>
  <cp:revision>1</cp:revision>
  <dc:title>FoodERP_Complete_Diagrams.pptx</dc:title>
</cp:coreProperties>
</file>