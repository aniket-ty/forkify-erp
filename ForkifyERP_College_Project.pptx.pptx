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 Italics" charset="1" panose="020F05020202040A0204"/>
      <p:regular r:id="rId26"/>
    </p:embeddedFont>
    <p:embeddedFont>
      <p:font typeface="Calibri (MS) Bold" charset="1" panose="020F0702030404030204"/>
      <p:regular r:id="rId27"/>
    </p:embeddedFont>
    <p:embeddedFont>
      <p:font typeface="Calibri (MS)" charset="1" panose="020F0502020204030204"/>
      <p:regular r:id="rId28"/>
    </p:embeddedFont>
    <p:embeddedFont>
      <p:font typeface="Calibri (MS) Bold Italics" charset="1" panose="020F07020304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https://mermaid.ai/view/1eb77b90-2884-431a-b4b7-1c88152122b4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https://mermaid.ai/view/d47c6269-f766-4dc9-b7c4-ec860e13c7bc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" y="-12697"/>
            <a:ext cx="8437883" cy="10312403"/>
            <a:chOff x="0" y="0"/>
            <a:chExt cx="112505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121664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5042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3732890"/>
                  </a:lnTo>
                  <a:cubicBezTo>
                    <a:pt x="11250422" y="13742290"/>
                    <a:pt x="11242802" y="13749782"/>
                    <a:pt x="112335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1233531" y="13716000"/>
                  </a:lnTo>
                  <a:lnTo>
                    <a:pt x="11233531" y="13732890"/>
                  </a:lnTo>
                  <a:lnTo>
                    <a:pt x="11216640" y="13732890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399783" y="-12697"/>
            <a:ext cx="354587" cy="10312403"/>
            <a:chOff x="0" y="0"/>
            <a:chExt cx="47278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475737" y="6936743"/>
            <a:ext cx="4780283" cy="4780283"/>
            <a:chOff x="0" y="0"/>
            <a:chExt cx="6373711" cy="6373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633984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39840">
                  <a:moveTo>
                    <a:pt x="0" y="3169920"/>
                  </a:moveTo>
                  <a:cubicBezTo>
                    <a:pt x="0" y="1419225"/>
                    <a:pt x="1419225" y="0"/>
                    <a:pt x="3169920" y="0"/>
                  </a:cubicBezTo>
                  <a:cubicBezTo>
                    <a:pt x="4920615" y="0"/>
                    <a:pt x="6339840" y="1419225"/>
                    <a:pt x="6339840" y="3169920"/>
                  </a:cubicBezTo>
                  <a:cubicBezTo>
                    <a:pt x="6339840" y="4920615"/>
                    <a:pt x="4920615" y="6339840"/>
                    <a:pt x="3169920" y="6339840"/>
                  </a:cubicBezTo>
                  <a:cubicBezTo>
                    <a:pt x="1419225" y="6339840"/>
                    <a:pt x="0" y="4920615"/>
                    <a:pt x="0" y="3169920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73749" cy="6373622"/>
            </a:xfrm>
            <a:custGeom>
              <a:avLst/>
              <a:gdLst/>
              <a:ahLst/>
              <a:cxnLst/>
              <a:rect r="r" b="b" t="t" l="l"/>
              <a:pathLst>
                <a:path h="6373622" w="6373749">
                  <a:moveTo>
                    <a:pt x="0" y="3186811"/>
                  </a:moveTo>
                  <a:cubicBezTo>
                    <a:pt x="0" y="1426845"/>
                    <a:pt x="1426845" y="0"/>
                    <a:pt x="3186811" y="0"/>
                  </a:cubicBezTo>
                  <a:lnTo>
                    <a:pt x="3186811" y="16891"/>
                  </a:lnTo>
                  <a:lnTo>
                    <a:pt x="3186811" y="0"/>
                  </a:lnTo>
                  <a:cubicBezTo>
                    <a:pt x="4946904" y="0"/>
                    <a:pt x="6373749" y="1426845"/>
                    <a:pt x="6373749" y="3186811"/>
                  </a:cubicBezTo>
                  <a:cubicBezTo>
                    <a:pt x="6373749" y="4946904"/>
                    <a:pt x="4946904" y="6373622"/>
                    <a:pt x="3186938" y="6373622"/>
                  </a:cubicBezTo>
                  <a:lnTo>
                    <a:pt x="3186938" y="6356731"/>
                  </a:lnTo>
                  <a:lnTo>
                    <a:pt x="3186938" y="6373622"/>
                  </a:lnTo>
                  <a:cubicBezTo>
                    <a:pt x="1426845" y="6373749"/>
                    <a:pt x="0" y="4946904"/>
                    <a:pt x="0" y="3186811"/>
                  </a:cubicBezTo>
                  <a:lnTo>
                    <a:pt x="16891" y="3186811"/>
                  </a:lnTo>
                  <a:lnTo>
                    <a:pt x="29718" y="3197860"/>
                  </a:lnTo>
                  <a:cubicBezTo>
                    <a:pt x="25146" y="3203194"/>
                    <a:pt x="17653" y="3205226"/>
                    <a:pt x="11049" y="3202686"/>
                  </a:cubicBezTo>
                  <a:cubicBezTo>
                    <a:pt x="4445" y="3200146"/>
                    <a:pt x="0" y="3193923"/>
                    <a:pt x="0" y="3186811"/>
                  </a:cubicBezTo>
                  <a:moveTo>
                    <a:pt x="33909" y="3186811"/>
                  </a:moveTo>
                  <a:lnTo>
                    <a:pt x="16891" y="3186811"/>
                  </a:lnTo>
                  <a:lnTo>
                    <a:pt x="4064" y="3175762"/>
                  </a:lnTo>
                  <a:cubicBezTo>
                    <a:pt x="8636" y="3170428"/>
                    <a:pt x="16129" y="3168396"/>
                    <a:pt x="22733" y="3170936"/>
                  </a:cubicBezTo>
                  <a:cubicBezTo>
                    <a:pt x="29337" y="3173476"/>
                    <a:pt x="33782" y="3179699"/>
                    <a:pt x="33782" y="3186811"/>
                  </a:cubicBezTo>
                  <a:cubicBezTo>
                    <a:pt x="33782" y="4928108"/>
                    <a:pt x="1445387" y="6339840"/>
                    <a:pt x="3186811" y="6339840"/>
                  </a:cubicBezTo>
                  <a:cubicBezTo>
                    <a:pt x="4928108" y="6339840"/>
                    <a:pt x="6339840" y="4928235"/>
                    <a:pt x="6339840" y="3186811"/>
                  </a:cubicBezTo>
                  <a:lnTo>
                    <a:pt x="6356731" y="3186811"/>
                  </a:lnTo>
                  <a:lnTo>
                    <a:pt x="6339840" y="3186811"/>
                  </a:lnTo>
                  <a:cubicBezTo>
                    <a:pt x="6339840" y="1445514"/>
                    <a:pt x="4928235" y="33909"/>
                    <a:pt x="3186811" y="33909"/>
                  </a:cubicBezTo>
                  <a:lnTo>
                    <a:pt x="3186811" y="16891"/>
                  </a:lnTo>
                  <a:lnTo>
                    <a:pt x="3186811" y="33909"/>
                  </a:lnTo>
                  <a:cubicBezTo>
                    <a:pt x="1445514" y="33909"/>
                    <a:pt x="33909" y="1445514"/>
                    <a:pt x="33909" y="3186811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532103" y="-1109977"/>
            <a:ext cx="4048763" cy="4048763"/>
            <a:chOff x="0" y="0"/>
            <a:chExt cx="5398351" cy="53983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3137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313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005840"/>
            <a:ext cx="7315200" cy="640080"/>
            <a:chOff x="0" y="0"/>
            <a:chExt cx="975360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 spc="600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College Project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1737360"/>
            <a:ext cx="7315200" cy="2011680"/>
            <a:chOff x="0" y="0"/>
            <a:chExt cx="9753600" cy="2682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09550"/>
              <a:ext cx="9753600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ForkifyERP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3657600"/>
            <a:ext cx="7315200" cy="952258"/>
            <a:chOff x="0" y="0"/>
            <a:chExt cx="9753600" cy="12696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1269678"/>
            </a:xfrm>
            <a:custGeom>
              <a:avLst/>
              <a:gdLst/>
              <a:ahLst/>
              <a:cxnLst/>
              <a:rect r="r" b="b" t="t" l="l"/>
              <a:pathLst>
                <a:path h="126967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9678"/>
                  </a:lnTo>
                  <a:lnTo>
                    <a:pt x="0" y="1269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472" r="0" b="-9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753600" cy="1326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Centralized Multi-Outlet Restaurant Management System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26880" y="1645920"/>
            <a:ext cx="8412480" cy="640080"/>
            <a:chOff x="0" y="0"/>
            <a:chExt cx="1121664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12166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BA5B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Presented by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0" y="3154680"/>
            <a:ext cx="8412480" cy="2854672"/>
            <a:chOff x="0" y="0"/>
            <a:chExt cx="11216640" cy="38062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16640" cy="3806230"/>
            </a:xfrm>
            <a:custGeom>
              <a:avLst/>
              <a:gdLst/>
              <a:ahLst/>
              <a:cxnLst/>
              <a:rect r="r" b="b" t="t" l="l"/>
              <a:pathLst>
                <a:path h="380623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806230"/>
                  </a:lnTo>
                  <a:lnTo>
                    <a:pt x="0" y="3806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03" r="0" b="2496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1216640" cy="3891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DE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Aniket Tyagi (222219)</a:t>
              </a:r>
            </a:p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DE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Arun Kumar (222224)</a:t>
              </a:r>
            </a:p>
            <a:p>
              <a:pPr algn="l">
                <a:lnSpc>
                  <a:spcPts val="5759"/>
                </a:lnSpc>
              </a:pPr>
            </a:p>
            <a:p>
              <a:pPr algn="l">
                <a:lnSpc>
                  <a:spcPts val="3840"/>
                </a:lnSpc>
              </a:pPr>
              <a:r>
                <a:rPr lang="en-US" b="true" sz="3200" i="true">
                  <a:solidFill>
                    <a:srgbClr val="8BA5BC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Course: B.Sc Computer Science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59903" y="5400551"/>
            <a:ext cx="8346443" cy="61979"/>
            <a:chOff x="0" y="0"/>
            <a:chExt cx="11128591" cy="826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094720" cy="48768"/>
            </a:xfrm>
            <a:custGeom>
              <a:avLst/>
              <a:gdLst/>
              <a:ahLst/>
              <a:cxnLst/>
              <a:rect r="r" b="b" t="t" l="l"/>
              <a:pathLst>
                <a:path h="487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28501" cy="82552"/>
            </a:xfrm>
            <a:custGeom>
              <a:avLst/>
              <a:gdLst/>
              <a:ahLst/>
              <a:cxnLst/>
              <a:rect r="r" b="b" t="t" l="l"/>
              <a:pathLst>
                <a:path h="8255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5659"/>
                  </a:lnTo>
                  <a:cubicBezTo>
                    <a:pt x="11128501" y="75057"/>
                    <a:pt x="11120882" y="82550"/>
                    <a:pt x="1111161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11111611" y="48768"/>
                  </a:lnTo>
                  <a:lnTo>
                    <a:pt x="11111611" y="65659"/>
                  </a:lnTo>
                  <a:lnTo>
                    <a:pt x="11094720" y="6565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14183" y="5724144"/>
            <a:ext cx="8412480" cy="548640"/>
            <a:chOff x="0" y="0"/>
            <a:chExt cx="112166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1216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BA5B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Guided by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26880" y="5998464"/>
            <a:ext cx="8412480" cy="694944"/>
            <a:chOff x="0" y="0"/>
            <a:chExt cx="1121664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12166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Mr. Parveen Kumar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14183" y="6973319"/>
            <a:ext cx="8346443" cy="61979"/>
            <a:chOff x="0" y="0"/>
            <a:chExt cx="11128591" cy="8263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094720" cy="48768"/>
            </a:xfrm>
            <a:custGeom>
              <a:avLst/>
              <a:gdLst/>
              <a:ahLst/>
              <a:cxnLst/>
              <a:rect r="r" b="b" t="t" l="l"/>
              <a:pathLst>
                <a:path h="487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28501" cy="82552"/>
            </a:xfrm>
            <a:custGeom>
              <a:avLst/>
              <a:gdLst/>
              <a:ahLst/>
              <a:cxnLst/>
              <a:rect r="r" b="b" t="t" l="l"/>
              <a:pathLst>
                <a:path h="8255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5659"/>
                  </a:lnTo>
                  <a:cubicBezTo>
                    <a:pt x="11128501" y="75057"/>
                    <a:pt x="11120882" y="82550"/>
                    <a:pt x="1111161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11111611" y="48768"/>
                  </a:lnTo>
                  <a:lnTo>
                    <a:pt x="11111611" y="65659"/>
                  </a:lnTo>
                  <a:lnTo>
                    <a:pt x="11094720" y="6565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326880" y="7315200"/>
            <a:ext cx="8412480" cy="640080"/>
            <a:chOff x="0" y="0"/>
            <a:chExt cx="1121664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12166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Shyam Lal College (University of Delhi)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8010144"/>
            <a:ext cx="8412480" cy="512064"/>
            <a:chOff x="0" y="0"/>
            <a:chExt cx="1121664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16640" cy="682752"/>
            </a:xfrm>
            <a:custGeom>
              <a:avLst/>
              <a:gdLst/>
              <a:ahLst/>
              <a:cxnLst/>
              <a:rect r="r" b="b" t="t" l="l"/>
              <a:pathLst>
                <a:path h="6827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12166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Academic Year : 2025-26 Course: B.Sc Computer Science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 of Contents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this deck covers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273303"/>
            <a:ext cx="848363" cy="720347"/>
            <a:chOff x="0" y="0"/>
            <a:chExt cx="1131151" cy="960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57200" y="2286000"/>
            <a:ext cx="822960" cy="694944"/>
            <a:chOff x="0" y="0"/>
            <a:chExt cx="10972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26464" y="2304288"/>
            <a:ext cx="7315200" cy="402336"/>
            <a:chOff x="0" y="0"/>
            <a:chExt cx="9753600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26464" y="2651760"/>
            <a:ext cx="7315200" cy="329184"/>
            <a:chOff x="0" y="0"/>
            <a:chExt cx="9753600" cy="4389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restaurants need a unified ERP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4503" y="3361439"/>
            <a:ext cx="848363" cy="720347"/>
            <a:chOff x="0" y="0"/>
            <a:chExt cx="1131151" cy="9604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57200" y="3374136"/>
            <a:ext cx="822960" cy="694944"/>
            <a:chOff x="0" y="0"/>
            <a:chExt cx="109728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26464" y="3392424"/>
            <a:ext cx="7315200" cy="402336"/>
            <a:chOff x="0" y="0"/>
            <a:chExt cx="9753600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Overview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26464" y="3739896"/>
            <a:ext cx="7315200" cy="329184"/>
            <a:chOff x="0" y="0"/>
            <a:chExt cx="9753600" cy="4389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 frontends, one powerful backend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4503" y="4449575"/>
            <a:ext cx="848363" cy="720347"/>
            <a:chOff x="0" y="0"/>
            <a:chExt cx="1131151" cy="9604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57200" y="4462272"/>
            <a:ext cx="822960" cy="694944"/>
            <a:chOff x="0" y="0"/>
            <a:chExt cx="109728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26464" y="4480560"/>
            <a:ext cx="7315200" cy="402336"/>
            <a:chOff x="0" y="0"/>
            <a:chExt cx="9753600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26464" y="4828032"/>
            <a:ext cx="7315200" cy="329184"/>
            <a:chOff x="0" y="0"/>
            <a:chExt cx="975360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Spring Boot + React + MySQL + Mobile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44503" y="5537711"/>
            <a:ext cx="848363" cy="720347"/>
            <a:chOff x="0" y="0"/>
            <a:chExt cx="1131151" cy="9604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57200" y="5550408"/>
            <a:ext cx="822960" cy="694944"/>
            <a:chOff x="0" y="0"/>
            <a:chExt cx="109728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26464" y="5568696"/>
            <a:ext cx="7315200" cy="402336"/>
            <a:chOff x="0" y="0"/>
            <a:chExt cx="9753600" cy="5364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 Flow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26464" y="5916168"/>
            <a:ext cx="7315200" cy="329184"/>
            <a:chOff x="0" y="0"/>
            <a:chExt cx="9753600" cy="43891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JWT-based secure login pipeline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44503" y="6625847"/>
            <a:ext cx="848363" cy="720347"/>
            <a:chOff x="0" y="0"/>
            <a:chExt cx="1131151" cy="9604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57200" y="6638544"/>
            <a:ext cx="822960" cy="694944"/>
            <a:chOff x="0" y="0"/>
            <a:chExt cx="1097280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26464" y="6656832"/>
            <a:ext cx="7315200" cy="402336"/>
            <a:chOff x="0" y="0"/>
            <a:chExt cx="9753600" cy="5364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Entity Relationship Diagram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26464" y="7004304"/>
            <a:ext cx="7315200" cy="329184"/>
            <a:chOff x="0" y="0"/>
            <a:chExt cx="9753600" cy="4389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data model — 31 DB tables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44503" y="7713983"/>
            <a:ext cx="848363" cy="720347"/>
            <a:chOff x="0" y="0"/>
            <a:chExt cx="1131151" cy="96046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57200" y="7726680"/>
            <a:ext cx="822960" cy="694944"/>
            <a:chOff x="0" y="0"/>
            <a:chExt cx="109728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26464" y="7744968"/>
            <a:ext cx="7315200" cy="402336"/>
            <a:chOff x="0" y="0"/>
            <a:chExt cx="9753600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Page Map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26464" y="8092440"/>
            <a:ext cx="7315200" cy="329184"/>
            <a:chOff x="0" y="0"/>
            <a:chExt cx="9753600" cy="4389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60+ pages across 13 modules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44503" y="8802119"/>
            <a:ext cx="848363" cy="720347"/>
            <a:chOff x="0" y="0"/>
            <a:chExt cx="1131151" cy="96046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57200" y="8814816"/>
            <a:ext cx="822960" cy="694944"/>
            <a:chOff x="0" y="0"/>
            <a:chExt cx="109728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26464" y="8833104"/>
            <a:ext cx="7315200" cy="402336"/>
            <a:chOff x="0" y="0"/>
            <a:chExt cx="9753600" cy="5364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 Access Control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26464" y="9180576"/>
            <a:ext cx="7315200" cy="329184"/>
            <a:chOff x="0" y="0"/>
            <a:chExt cx="9753600" cy="4389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· MANAGER · STAFF · USER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497063" y="2273303"/>
            <a:ext cx="848363" cy="720347"/>
            <a:chOff x="0" y="0"/>
            <a:chExt cx="1131151" cy="96046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509760" y="2286000"/>
            <a:ext cx="822960" cy="694944"/>
            <a:chOff x="0" y="0"/>
            <a:chExt cx="1097280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479024" y="2304288"/>
            <a:ext cx="7315200" cy="402336"/>
            <a:chOff x="0" y="0"/>
            <a:chExt cx="9753600" cy="5364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Procurement Workflow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479024" y="2651760"/>
            <a:ext cx="7315200" cy="329184"/>
            <a:chOff x="0" y="0"/>
            <a:chExt cx="9753600" cy="43891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Indent → PO → GRN pipeline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497063" y="3361439"/>
            <a:ext cx="848363" cy="720347"/>
            <a:chOff x="0" y="0"/>
            <a:chExt cx="1131151" cy="96046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509760" y="3374136"/>
            <a:ext cx="822960" cy="694944"/>
            <a:chOff x="0" y="0"/>
            <a:chExt cx="1097280" cy="9265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479024" y="3392424"/>
            <a:ext cx="7315200" cy="402336"/>
            <a:chOff x="0" y="0"/>
            <a:chExt cx="9753600" cy="5364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 &amp; Inventory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479024" y="3739896"/>
            <a:ext cx="7315200" cy="329184"/>
            <a:chOff x="0" y="0"/>
            <a:chExt cx="9753600" cy="43891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materials to finished goods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497063" y="4449575"/>
            <a:ext cx="848363" cy="720347"/>
            <a:chOff x="0" y="0"/>
            <a:chExt cx="1131151" cy="96046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509760" y="4462272"/>
            <a:ext cx="822960" cy="694944"/>
            <a:chOff x="0" y="0"/>
            <a:chExt cx="1097280" cy="9265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479024" y="4480560"/>
            <a:ext cx="7315200" cy="402336"/>
            <a:chOff x="0" y="0"/>
            <a:chExt cx="9753600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Sales, CRM &amp; Loyalty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479024" y="4828032"/>
            <a:ext cx="7315200" cy="329184"/>
            <a:chOff x="0" y="0"/>
            <a:chExt cx="9753600" cy="43891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tiers &amp; revenue tracking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497063" y="5537711"/>
            <a:ext cx="848363" cy="720347"/>
            <a:chOff x="0" y="0"/>
            <a:chExt cx="1131151" cy="96046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509760" y="5550408"/>
            <a:ext cx="822960" cy="694944"/>
            <a:chOff x="0" y="0"/>
            <a:chExt cx="1097280" cy="92659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479024" y="5568696"/>
            <a:ext cx="7315200" cy="402336"/>
            <a:chOff x="0" y="0"/>
            <a:chExt cx="9753600" cy="53644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QR Menu Innovation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0479024" y="5916168"/>
            <a:ext cx="7315200" cy="329184"/>
            <a:chOff x="0" y="0"/>
            <a:chExt cx="9753600" cy="43891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Zero-friction customer ordering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497063" y="6625847"/>
            <a:ext cx="848363" cy="720347"/>
            <a:chOff x="0" y="0"/>
            <a:chExt cx="1131151" cy="96046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509760" y="6638544"/>
            <a:ext cx="822960" cy="694944"/>
            <a:chOff x="0" y="0"/>
            <a:chExt cx="1097280" cy="92659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0479024" y="6656832"/>
            <a:ext cx="7315200" cy="402336"/>
            <a:chOff x="0" y="0"/>
            <a:chExt cx="9753600" cy="53644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Endpoint Map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0479024" y="7004304"/>
            <a:ext cx="7315200" cy="329184"/>
            <a:chOff x="0" y="0"/>
            <a:chExt cx="9753600" cy="43891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 REST controllers, 80+ endpoints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497063" y="7713983"/>
            <a:ext cx="848363" cy="720347"/>
            <a:chOff x="0" y="0"/>
            <a:chExt cx="1131151" cy="96046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509760" y="7726680"/>
            <a:ext cx="822960" cy="694944"/>
            <a:chOff x="0" y="0"/>
            <a:chExt cx="1097280" cy="92659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0479024" y="7744968"/>
            <a:ext cx="7315200" cy="402336"/>
            <a:chOff x="0" y="0"/>
            <a:chExt cx="9753600" cy="53644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Redux &amp; Mobile Navigation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0479024" y="8092440"/>
            <a:ext cx="7315200" cy="329184"/>
            <a:chOff x="0" y="0"/>
            <a:chExt cx="9753600" cy="43891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state + Expo file-based routing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497063" y="8802119"/>
            <a:ext cx="848363" cy="720347"/>
            <a:chOff x="0" y="0"/>
            <a:chExt cx="1131151" cy="960463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131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943483"/>
                  </a:lnTo>
                  <a:cubicBezTo>
                    <a:pt x="1131062" y="952881"/>
                    <a:pt x="1123442" y="960374"/>
                    <a:pt x="1114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4171" y="926592"/>
                  </a:lnTo>
                  <a:lnTo>
                    <a:pt x="1114171" y="943483"/>
                  </a:lnTo>
                  <a:lnTo>
                    <a:pt x="1097280" y="94348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509760" y="8814816"/>
            <a:ext cx="822960" cy="694944"/>
            <a:chOff x="0" y="0"/>
            <a:chExt cx="1097280" cy="92659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09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345" t="0" r="-58345" b="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47625"/>
              <a:ext cx="1097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0479024" y="8833104"/>
            <a:ext cx="7315200" cy="402336"/>
            <a:chOff x="0" y="0"/>
            <a:chExt cx="9753600" cy="53644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&amp; Scale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0479024" y="9180576"/>
            <a:ext cx="7315200" cy="329184"/>
            <a:chOff x="0" y="0"/>
            <a:chExt cx="9753600" cy="43891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97536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Railway · Vercel · Expo EAS Build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– Problem Statement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Without the right tools, operators are flying blind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273303"/>
            <a:ext cx="8437883" cy="3042923"/>
            <a:chOff x="0" y="0"/>
            <a:chExt cx="11250511" cy="4057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216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504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040251"/>
                  </a:lnTo>
                  <a:cubicBezTo>
                    <a:pt x="11250422" y="4049649"/>
                    <a:pt x="11242802" y="4057142"/>
                    <a:pt x="1123353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233531" y="4023360"/>
                  </a:lnTo>
                  <a:lnTo>
                    <a:pt x="11233531" y="4040251"/>
                  </a:lnTo>
                  <a:lnTo>
                    <a:pt x="11216640" y="40402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273303"/>
            <a:ext cx="153419" cy="3042923"/>
            <a:chOff x="0" y="0"/>
            <a:chExt cx="204559" cy="40572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4023360"/>
            </a:xfrm>
            <a:custGeom>
              <a:avLst/>
              <a:gdLst/>
              <a:ahLst/>
              <a:cxnLst/>
              <a:rect r="r" b="b" t="t" l="l"/>
              <a:pathLst>
                <a:path h="40233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4057142"/>
            </a:xfrm>
            <a:custGeom>
              <a:avLst/>
              <a:gdLst/>
              <a:ahLst/>
              <a:cxnLst/>
              <a:rect r="r" b="b" t="t" l="l"/>
              <a:pathLst>
                <a:path h="40571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040251"/>
                  </a:lnTo>
                  <a:cubicBezTo>
                    <a:pt x="204470" y="4049649"/>
                    <a:pt x="196850" y="4057142"/>
                    <a:pt x="187579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87579" y="4023360"/>
                  </a:lnTo>
                  <a:lnTo>
                    <a:pt x="187579" y="4040251"/>
                  </a:lnTo>
                  <a:lnTo>
                    <a:pt x="170688" y="40402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9536" y="2615184"/>
            <a:ext cx="7498080" cy="694944"/>
            <a:chOff x="0" y="0"/>
            <a:chExt cx="99974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 Spreadsheet Inventory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59536" y="3310128"/>
            <a:ext cx="7498080" cy="1645920"/>
            <a:chOff x="0" y="0"/>
            <a:chExt cx="9997440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Stock tracked manually — leading to stock-outs, over-ordering, and wasted food across branches.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69047" y="2273303"/>
            <a:ext cx="8437883" cy="3042923"/>
            <a:chOff x="0" y="0"/>
            <a:chExt cx="11250511" cy="40572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216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504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040251"/>
                  </a:lnTo>
                  <a:cubicBezTo>
                    <a:pt x="11250422" y="4049649"/>
                    <a:pt x="11242802" y="4057142"/>
                    <a:pt x="1123353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233531" y="4023360"/>
                  </a:lnTo>
                  <a:lnTo>
                    <a:pt x="11233531" y="4040251"/>
                  </a:lnTo>
                  <a:lnTo>
                    <a:pt x="11216640" y="40402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69047" y="2273303"/>
            <a:ext cx="153419" cy="3042923"/>
            <a:chOff x="0" y="0"/>
            <a:chExt cx="204559" cy="40572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70688" cy="4023360"/>
            </a:xfrm>
            <a:custGeom>
              <a:avLst/>
              <a:gdLst/>
              <a:ahLst/>
              <a:cxnLst/>
              <a:rect r="r" b="b" t="t" l="l"/>
              <a:pathLst>
                <a:path h="40233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470" cy="4057142"/>
            </a:xfrm>
            <a:custGeom>
              <a:avLst/>
              <a:gdLst/>
              <a:ahLst/>
              <a:cxnLst/>
              <a:rect r="r" b="b" t="t" l="l"/>
              <a:pathLst>
                <a:path h="40571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040251"/>
                  </a:lnTo>
                  <a:cubicBezTo>
                    <a:pt x="204470" y="4049649"/>
                    <a:pt x="196850" y="4057142"/>
                    <a:pt x="187579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87579" y="4023360"/>
                  </a:lnTo>
                  <a:lnTo>
                    <a:pt x="187579" y="4040251"/>
                  </a:lnTo>
                  <a:lnTo>
                    <a:pt x="170688" y="40402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784080" y="2615184"/>
            <a:ext cx="7498080" cy="694944"/>
            <a:chOff x="0" y="0"/>
            <a:chExt cx="999744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📱  WhatsApp Procurement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84080" y="3310128"/>
            <a:ext cx="7498080" cy="1645920"/>
            <a:chOff x="0" y="0"/>
            <a:chExt cx="9997440" cy="2194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Purchase orders sent via chat with no audit trail, supplier accountability, or approval workflow.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4503" y="5711447"/>
            <a:ext cx="8437883" cy="3042923"/>
            <a:chOff x="0" y="0"/>
            <a:chExt cx="11250511" cy="40572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1216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504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040251"/>
                  </a:lnTo>
                  <a:cubicBezTo>
                    <a:pt x="11250422" y="4049649"/>
                    <a:pt x="11242802" y="4057142"/>
                    <a:pt x="1123353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233531" y="4023360"/>
                  </a:lnTo>
                  <a:lnTo>
                    <a:pt x="11233531" y="4040251"/>
                  </a:lnTo>
                  <a:lnTo>
                    <a:pt x="11216640" y="40402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44503" y="5711447"/>
            <a:ext cx="153419" cy="3042923"/>
            <a:chOff x="0" y="0"/>
            <a:chExt cx="204559" cy="40572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4023360"/>
            </a:xfrm>
            <a:custGeom>
              <a:avLst/>
              <a:gdLst/>
              <a:ahLst/>
              <a:cxnLst/>
              <a:rect r="r" b="b" t="t" l="l"/>
              <a:pathLst>
                <a:path h="40233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4057142"/>
            </a:xfrm>
            <a:custGeom>
              <a:avLst/>
              <a:gdLst/>
              <a:ahLst/>
              <a:cxnLst/>
              <a:rect r="r" b="b" t="t" l="l"/>
              <a:pathLst>
                <a:path h="40571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040251"/>
                  </a:lnTo>
                  <a:cubicBezTo>
                    <a:pt x="204470" y="4049649"/>
                    <a:pt x="196850" y="4057142"/>
                    <a:pt x="187579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87579" y="4023360"/>
                  </a:lnTo>
                  <a:lnTo>
                    <a:pt x="187579" y="4040251"/>
                  </a:lnTo>
                  <a:lnTo>
                    <a:pt x="170688" y="40402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59536" y="6053328"/>
            <a:ext cx="7498080" cy="694944"/>
            <a:chOff x="0" y="0"/>
            <a:chExt cx="999744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💸  Zero Profitability Insight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59536" y="6748272"/>
            <a:ext cx="7498080" cy="1645920"/>
            <a:chOff x="0" y="0"/>
            <a:chExt cx="9997440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visibility into dish-level cost or revenue — managers can't identify which items are profitable.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69047" y="5711447"/>
            <a:ext cx="8437883" cy="3042923"/>
            <a:chOff x="0" y="0"/>
            <a:chExt cx="11250511" cy="40572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216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504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040251"/>
                  </a:lnTo>
                  <a:cubicBezTo>
                    <a:pt x="11250422" y="4049649"/>
                    <a:pt x="11242802" y="4057142"/>
                    <a:pt x="1123353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233531" y="4023360"/>
                  </a:lnTo>
                  <a:lnTo>
                    <a:pt x="11233531" y="4040251"/>
                  </a:lnTo>
                  <a:lnTo>
                    <a:pt x="11216640" y="40402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69047" y="5711447"/>
            <a:ext cx="153419" cy="3042923"/>
            <a:chOff x="0" y="0"/>
            <a:chExt cx="204559" cy="405723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0688" cy="4023360"/>
            </a:xfrm>
            <a:custGeom>
              <a:avLst/>
              <a:gdLst/>
              <a:ahLst/>
              <a:cxnLst/>
              <a:rect r="r" b="b" t="t" l="l"/>
              <a:pathLst>
                <a:path h="40233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470" cy="4057142"/>
            </a:xfrm>
            <a:custGeom>
              <a:avLst/>
              <a:gdLst/>
              <a:ahLst/>
              <a:cxnLst/>
              <a:rect r="r" b="b" t="t" l="l"/>
              <a:pathLst>
                <a:path h="40571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040251"/>
                  </a:lnTo>
                  <a:cubicBezTo>
                    <a:pt x="204470" y="4049649"/>
                    <a:pt x="196850" y="4057142"/>
                    <a:pt x="187579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87579" y="4023360"/>
                  </a:lnTo>
                  <a:lnTo>
                    <a:pt x="187579" y="4040251"/>
                  </a:lnTo>
                  <a:lnTo>
                    <a:pt x="170688" y="40402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84080" y="6053328"/>
            <a:ext cx="7498080" cy="694944"/>
            <a:chOff x="0" y="0"/>
            <a:chExt cx="999744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🔒  Fragmented Tools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84080" y="6748272"/>
            <a:ext cx="7498080" cy="1645920"/>
            <a:chOff x="0" y="0"/>
            <a:chExt cx="9997440" cy="21945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Separate expensive subscriptions for menus, loyalty, and analytics — siloed and unconnected.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– System Overview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ForkifyERP eliminates fragmentation with a single API-driven architecture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273303"/>
            <a:ext cx="4085339" cy="5877563"/>
            <a:chOff x="0" y="0"/>
            <a:chExt cx="5447119" cy="78367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413248" cy="7802881"/>
            </a:xfrm>
            <a:custGeom>
              <a:avLst/>
              <a:gdLst/>
              <a:ahLst/>
              <a:cxnLst/>
              <a:rect r="r" b="b" t="t" l="l"/>
              <a:pathLst>
                <a:path h="7802881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47030" cy="7836662"/>
            </a:xfrm>
            <a:custGeom>
              <a:avLst/>
              <a:gdLst/>
              <a:ahLst/>
              <a:cxnLst/>
              <a:rect r="r" b="b" t="t" l="l"/>
              <a:pathLst>
                <a:path h="78366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7819772"/>
                  </a:lnTo>
                  <a:cubicBezTo>
                    <a:pt x="5447030" y="7829169"/>
                    <a:pt x="5439410" y="7836662"/>
                    <a:pt x="543013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5430139" y="7802880"/>
                  </a:lnTo>
                  <a:lnTo>
                    <a:pt x="5430139" y="7819772"/>
                  </a:lnTo>
                  <a:lnTo>
                    <a:pt x="5413248" y="7819772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273303"/>
            <a:ext cx="153419" cy="5877563"/>
            <a:chOff x="0" y="0"/>
            <a:chExt cx="204559" cy="78367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7802881"/>
            </a:xfrm>
            <a:custGeom>
              <a:avLst/>
              <a:gdLst/>
              <a:ahLst/>
              <a:cxnLst/>
              <a:rect r="r" b="b" t="t" l="l"/>
              <a:pathLst>
                <a:path h="78028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7836662"/>
            </a:xfrm>
            <a:custGeom>
              <a:avLst/>
              <a:gdLst/>
              <a:ahLst/>
              <a:cxnLst/>
              <a:rect r="r" b="b" t="t" l="l"/>
              <a:pathLst>
                <a:path h="78366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7819772"/>
                  </a:lnTo>
                  <a:cubicBezTo>
                    <a:pt x="204470" y="7829169"/>
                    <a:pt x="196850" y="7836662"/>
                    <a:pt x="18757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87579" y="7802880"/>
                  </a:lnTo>
                  <a:lnTo>
                    <a:pt x="187579" y="7819772"/>
                  </a:lnTo>
                  <a:lnTo>
                    <a:pt x="170688" y="78197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44503" y="2273303"/>
            <a:ext cx="4085339" cy="1031243"/>
            <a:chOff x="0" y="0"/>
            <a:chExt cx="5447119" cy="137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4132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47030" cy="1374902"/>
            </a:xfrm>
            <a:custGeom>
              <a:avLst/>
              <a:gdLst/>
              <a:ahLst/>
              <a:cxnLst/>
              <a:rect r="r" b="b" t="t" l="l"/>
              <a:pathLst>
                <a:path h="137490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358011"/>
                  </a:lnTo>
                  <a:cubicBezTo>
                    <a:pt x="5447030" y="1367409"/>
                    <a:pt x="5439410" y="1374902"/>
                    <a:pt x="543013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430139" y="1341120"/>
                  </a:lnTo>
                  <a:lnTo>
                    <a:pt x="5430139" y="1358011"/>
                  </a:lnTo>
                  <a:lnTo>
                    <a:pt x="5413248" y="135801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48640" y="2286000"/>
            <a:ext cx="3877056" cy="1005840"/>
            <a:chOff x="0" y="0"/>
            <a:chExt cx="5169408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69408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05" r="0" b="-251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169408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Web App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3474720"/>
            <a:ext cx="3602736" cy="4389120"/>
            <a:chOff x="0" y="0"/>
            <a:chExt cx="4803648" cy="5852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03648" cy="5852160"/>
            </a:xfrm>
            <a:custGeom>
              <a:avLst/>
              <a:gdLst/>
              <a:ahLst/>
              <a:cxnLst/>
              <a:rect r="r" b="b" t="t" l="l"/>
              <a:pathLst>
                <a:path h="5852160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308" t="0" r="-10630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03648" cy="589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ERP dashboard for managers &amp; staff — recipes, inventory, procurement, CRM, analytics &amp; more.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70199" y="2273303"/>
            <a:ext cx="4085339" cy="5877563"/>
            <a:chOff x="0" y="0"/>
            <a:chExt cx="5447119" cy="78367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413248" cy="7802881"/>
            </a:xfrm>
            <a:custGeom>
              <a:avLst/>
              <a:gdLst/>
              <a:ahLst/>
              <a:cxnLst/>
              <a:rect r="r" b="b" t="t" l="l"/>
              <a:pathLst>
                <a:path h="7802881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47030" cy="7836662"/>
            </a:xfrm>
            <a:custGeom>
              <a:avLst/>
              <a:gdLst/>
              <a:ahLst/>
              <a:cxnLst/>
              <a:rect r="r" b="b" t="t" l="l"/>
              <a:pathLst>
                <a:path h="78366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7819772"/>
                  </a:lnTo>
                  <a:cubicBezTo>
                    <a:pt x="5447030" y="7829169"/>
                    <a:pt x="5439410" y="7836662"/>
                    <a:pt x="543013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5430139" y="7802880"/>
                  </a:lnTo>
                  <a:lnTo>
                    <a:pt x="5430139" y="7819772"/>
                  </a:lnTo>
                  <a:lnTo>
                    <a:pt x="5413248" y="7819772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70199" y="2273303"/>
            <a:ext cx="153419" cy="5877563"/>
            <a:chOff x="0" y="0"/>
            <a:chExt cx="204559" cy="78367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7802881"/>
            </a:xfrm>
            <a:custGeom>
              <a:avLst/>
              <a:gdLst/>
              <a:ahLst/>
              <a:cxnLst/>
              <a:rect r="r" b="b" t="t" l="l"/>
              <a:pathLst>
                <a:path h="78028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7836662"/>
            </a:xfrm>
            <a:custGeom>
              <a:avLst/>
              <a:gdLst/>
              <a:ahLst/>
              <a:cxnLst/>
              <a:rect r="r" b="b" t="t" l="l"/>
              <a:pathLst>
                <a:path h="78366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7819772"/>
                  </a:lnTo>
                  <a:cubicBezTo>
                    <a:pt x="204470" y="7829169"/>
                    <a:pt x="196850" y="7836662"/>
                    <a:pt x="18757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87579" y="7802880"/>
                  </a:lnTo>
                  <a:lnTo>
                    <a:pt x="187579" y="7819772"/>
                  </a:lnTo>
                  <a:lnTo>
                    <a:pt x="170688" y="78197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870199" y="2273303"/>
            <a:ext cx="4085339" cy="1031243"/>
            <a:chOff x="0" y="0"/>
            <a:chExt cx="5447119" cy="1374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4132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47030" cy="1374902"/>
            </a:xfrm>
            <a:custGeom>
              <a:avLst/>
              <a:gdLst/>
              <a:ahLst/>
              <a:cxnLst/>
              <a:rect r="r" b="b" t="t" l="l"/>
              <a:pathLst>
                <a:path h="137490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358011"/>
                  </a:lnTo>
                  <a:cubicBezTo>
                    <a:pt x="5447030" y="1367409"/>
                    <a:pt x="5439410" y="1374902"/>
                    <a:pt x="543013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430139" y="1341120"/>
                  </a:lnTo>
                  <a:lnTo>
                    <a:pt x="5430139" y="1358011"/>
                  </a:lnTo>
                  <a:lnTo>
                    <a:pt x="5413248" y="135801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974336" y="2286000"/>
            <a:ext cx="3877056" cy="1005840"/>
            <a:chOff x="0" y="0"/>
            <a:chExt cx="5169408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69408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05" r="0" b="-251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169408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Native Mobile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157216" y="3474720"/>
            <a:ext cx="3602736" cy="4389120"/>
            <a:chOff x="0" y="0"/>
            <a:chExt cx="4803648" cy="5852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03648" cy="5852160"/>
            </a:xfrm>
            <a:custGeom>
              <a:avLst/>
              <a:gdLst/>
              <a:ahLst/>
              <a:cxnLst/>
              <a:rect r="r" b="b" t="t" l="l"/>
              <a:pathLst>
                <a:path h="5852160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308" t="0" r="-10630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803648" cy="589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iOS &amp; Android app with 36 screens for on-the-go operations via Expo SDK 52.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95895" y="2273303"/>
            <a:ext cx="4085339" cy="5877563"/>
            <a:chOff x="0" y="0"/>
            <a:chExt cx="5447119" cy="78367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413248" cy="7802881"/>
            </a:xfrm>
            <a:custGeom>
              <a:avLst/>
              <a:gdLst/>
              <a:ahLst/>
              <a:cxnLst/>
              <a:rect r="r" b="b" t="t" l="l"/>
              <a:pathLst>
                <a:path h="7802881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47030" cy="7836662"/>
            </a:xfrm>
            <a:custGeom>
              <a:avLst/>
              <a:gdLst/>
              <a:ahLst/>
              <a:cxnLst/>
              <a:rect r="r" b="b" t="t" l="l"/>
              <a:pathLst>
                <a:path h="78366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7819772"/>
                  </a:lnTo>
                  <a:cubicBezTo>
                    <a:pt x="5447030" y="7829169"/>
                    <a:pt x="5439410" y="7836662"/>
                    <a:pt x="543013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5430139" y="7802880"/>
                  </a:lnTo>
                  <a:lnTo>
                    <a:pt x="5430139" y="7819772"/>
                  </a:lnTo>
                  <a:lnTo>
                    <a:pt x="5413248" y="7819772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95895" y="2273303"/>
            <a:ext cx="153419" cy="5877563"/>
            <a:chOff x="0" y="0"/>
            <a:chExt cx="204559" cy="78367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7802881"/>
            </a:xfrm>
            <a:custGeom>
              <a:avLst/>
              <a:gdLst/>
              <a:ahLst/>
              <a:cxnLst/>
              <a:rect r="r" b="b" t="t" l="l"/>
              <a:pathLst>
                <a:path h="78028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7836662"/>
            </a:xfrm>
            <a:custGeom>
              <a:avLst/>
              <a:gdLst/>
              <a:ahLst/>
              <a:cxnLst/>
              <a:rect r="r" b="b" t="t" l="l"/>
              <a:pathLst>
                <a:path h="78366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7819772"/>
                  </a:lnTo>
                  <a:cubicBezTo>
                    <a:pt x="204470" y="7829169"/>
                    <a:pt x="196850" y="7836662"/>
                    <a:pt x="18757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87579" y="7802880"/>
                  </a:lnTo>
                  <a:lnTo>
                    <a:pt x="187579" y="7819772"/>
                  </a:lnTo>
                  <a:lnTo>
                    <a:pt x="170688" y="78197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295895" y="2273303"/>
            <a:ext cx="4085339" cy="1031243"/>
            <a:chOff x="0" y="0"/>
            <a:chExt cx="5447119" cy="13749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54132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47030" cy="1374902"/>
            </a:xfrm>
            <a:custGeom>
              <a:avLst/>
              <a:gdLst/>
              <a:ahLst/>
              <a:cxnLst/>
              <a:rect r="r" b="b" t="t" l="l"/>
              <a:pathLst>
                <a:path h="137490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358011"/>
                  </a:lnTo>
                  <a:cubicBezTo>
                    <a:pt x="5447030" y="1367409"/>
                    <a:pt x="5439410" y="1374902"/>
                    <a:pt x="543013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430139" y="1341120"/>
                  </a:lnTo>
                  <a:lnTo>
                    <a:pt x="5430139" y="1358011"/>
                  </a:lnTo>
                  <a:lnTo>
                    <a:pt x="5413248" y="135801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00032" y="2286000"/>
            <a:ext cx="3877056" cy="1005840"/>
            <a:chOff x="0" y="0"/>
            <a:chExt cx="5169408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69408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05" r="0" b="-2510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169408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 QR Menu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82912" y="3474720"/>
            <a:ext cx="3602736" cy="4389120"/>
            <a:chOff x="0" y="0"/>
            <a:chExt cx="4803648" cy="5852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03648" cy="5852160"/>
            </a:xfrm>
            <a:custGeom>
              <a:avLst/>
              <a:gdLst/>
              <a:ahLst/>
              <a:cxnLst/>
              <a:rect r="r" b="b" t="t" l="l"/>
              <a:pathLst>
                <a:path h="5852160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308" t="0" r="-10630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803648" cy="589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Zero-friction customer ordering — scan, view live menu, place order. No login required.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21591" y="2273303"/>
            <a:ext cx="4085339" cy="5877563"/>
            <a:chOff x="0" y="0"/>
            <a:chExt cx="5447119" cy="78367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413248" cy="7802881"/>
            </a:xfrm>
            <a:custGeom>
              <a:avLst/>
              <a:gdLst/>
              <a:ahLst/>
              <a:cxnLst/>
              <a:rect r="r" b="b" t="t" l="l"/>
              <a:pathLst>
                <a:path h="7802881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47030" cy="7836662"/>
            </a:xfrm>
            <a:custGeom>
              <a:avLst/>
              <a:gdLst/>
              <a:ahLst/>
              <a:cxnLst/>
              <a:rect r="r" b="b" t="t" l="l"/>
              <a:pathLst>
                <a:path h="78366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7819772"/>
                  </a:lnTo>
                  <a:cubicBezTo>
                    <a:pt x="5447030" y="7829169"/>
                    <a:pt x="5439410" y="7836662"/>
                    <a:pt x="543013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5430139" y="7802880"/>
                  </a:lnTo>
                  <a:lnTo>
                    <a:pt x="5430139" y="7819772"/>
                  </a:lnTo>
                  <a:lnTo>
                    <a:pt x="5413248" y="7819772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721591" y="2273303"/>
            <a:ext cx="153419" cy="5877563"/>
            <a:chOff x="0" y="0"/>
            <a:chExt cx="204559" cy="78367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70688" cy="7802881"/>
            </a:xfrm>
            <a:custGeom>
              <a:avLst/>
              <a:gdLst/>
              <a:ahLst/>
              <a:cxnLst/>
              <a:rect r="r" b="b" t="t" l="l"/>
              <a:pathLst>
                <a:path h="78028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470" cy="7836662"/>
            </a:xfrm>
            <a:custGeom>
              <a:avLst/>
              <a:gdLst/>
              <a:ahLst/>
              <a:cxnLst/>
              <a:rect r="r" b="b" t="t" l="l"/>
              <a:pathLst>
                <a:path h="78366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7819772"/>
                  </a:lnTo>
                  <a:cubicBezTo>
                    <a:pt x="204470" y="7829169"/>
                    <a:pt x="196850" y="7836662"/>
                    <a:pt x="18757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87579" y="7802880"/>
                  </a:lnTo>
                  <a:lnTo>
                    <a:pt x="187579" y="7819772"/>
                  </a:lnTo>
                  <a:lnTo>
                    <a:pt x="170688" y="78197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721591" y="2273303"/>
            <a:ext cx="4085339" cy="1031243"/>
            <a:chOff x="0" y="0"/>
            <a:chExt cx="5447119" cy="13749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4132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447030" cy="1374902"/>
            </a:xfrm>
            <a:custGeom>
              <a:avLst/>
              <a:gdLst/>
              <a:ahLst/>
              <a:cxnLst/>
              <a:rect r="r" b="b" t="t" l="l"/>
              <a:pathLst>
                <a:path h="137490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358011"/>
                  </a:lnTo>
                  <a:cubicBezTo>
                    <a:pt x="5447030" y="1367409"/>
                    <a:pt x="5439410" y="1374902"/>
                    <a:pt x="543013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430139" y="1341120"/>
                  </a:lnTo>
                  <a:lnTo>
                    <a:pt x="5430139" y="1358011"/>
                  </a:lnTo>
                  <a:lnTo>
                    <a:pt x="5413248" y="135801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825728" y="2286000"/>
            <a:ext cx="3877056" cy="1005840"/>
            <a:chOff x="0" y="0"/>
            <a:chExt cx="5169408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69408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05" r="0" b="-2510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169408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Next.js Landing Page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008608" y="3474720"/>
            <a:ext cx="3602736" cy="4389120"/>
            <a:chOff x="0" y="0"/>
            <a:chExt cx="4803648" cy="58521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03648" cy="5852160"/>
            </a:xfrm>
            <a:custGeom>
              <a:avLst/>
              <a:gdLst/>
              <a:ahLst/>
              <a:cxnLst/>
              <a:rect r="r" b="b" t="t" l="l"/>
              <a:pathLst>
                <a:path h="5852160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308" t="0" r="-106308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803648" cy="589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Marketing site with SSG, deploy-ready for Vercel in one command.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44503" y="8491223"/>
            <a:ext cx="17435579" cy="1031243"/>
            <a:chOff x="0" y="0"/>
            <a:chExt cx="23247439" cy="137499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2321356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213569">
                  <a:moveTo>
                    <a:pt x="0" y="0"/>
                  </a:moveTo>
                  <a:lnTo>
                    <a:pt x="23213569" y="0"/>
                  </a:lnTo>
                  <a:lnTo>
                    <a:pt x="2321356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3247350" cy="1374902"/>
            </a:xfrm>
            <a:custGeom>
              <a:avLst/>
              <a:gdLst/>
              <a:ahLst/>
              <a:cxnLst/>
              <a:rect r="r" b="b" t="t" l="l"/>
              <a:pathLst>
                <a:path h="1374902" w="23247350">
                  <a:moveTo>
                    <a:pt x="16891" y="0"/>
                  </a:moveTo>
                  <a:lnTo>
                    <a:pt x="23230460" y="0"/>
                  </a:lnTo>
                  <a:cubicBezTo>
                    <a:pt x="23239857" y="0"/>
                    <a:pt x="23247350" y="7620"/>
                    <a:pt x="23247350" y="16891"/>
                  </a:cubicBezTo>
                  <a:lnTo>
                    <a:pt x="23247350" y="1358011"/>
                  </a:lnTo>
                  <a:cubicBezTo>
                    <a:pt x="23247350" y="1367409"/>
                    <a:pt x="23239730" y="1374902"/>
                    <a:pt x="2323046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3230460" y="1341120"/>
                  </a:lnTo>
                  <a:lnTo>
                    <a:pt x="23230460" y="1358011"/>
                  </a:lnTo>
                  <a:lnTo>
                    <a:pt x="23213569" y="1358011"/>
                  </a:lnTo>
                  <a:lnTo>
                    <a:pt x="23213569" y="16891"/>
                  </a:lnTo>
                  <a:lnTo>
                    <a:pt x="23230460" y="16891"/>
                  </a:lnTo>
                  <a:lnTo>
                    <a:pt x="2323046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0080" y="8503920"/>
            <a:ext cx="17007840" cy="1005840"/>
            <a:chOff x="0" y="0"/>
            <a:chExt cx="22677120" cy="13411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2677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F99C3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four frontends communicate with a single Spring Boot 3 REST API over HTTPS using Bearer JWT tokens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7512" y="11277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— System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118616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Three-Tier Full-Stack: React Web + Spring Boot + MySQL + React Native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b="true" sz="2400" u="sng">
                  <a:solidFill>
                    <a:srgbClr val="0563C1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mermaid.ai/view/1eb77b90-2884-431a-b4b7-1c88152122b4"/>
                </a:rPr>
                <a:t>Architecture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181863"/>
            <a:ext cx="5603243" cy="6060443"/>
            <a:chOff x="0" y="0"/>
            <a:chExt cx="7470991" cy="80805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4371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70901" cy="8080501"/>
            </a:xfrm>
            <a:custGeom>
              <a:avLst/>
              <a:gdLst/>
              <a:ahLst/>
              <a:cxnLst/>
              <a:rect r="r" b="b" t="t" l="l"/>
              <a:pathLst>
                <a:path h="8080501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8063611"/>
                  </a:lnTo>
                  <a:cubicBezTo>
                    <a:pt x="7470901" y="8073009"/>
                    <a:pt x="7463282" y="8080501"/>
                    <a:pt x="7454011" y="8080501"/>
                  </a:cubicBezTo>
                  <a:lnTo>
                    <a:pt x="16891" y="8080501"/>
                  </a:lnTo>
                  <a:cubicBezTo>
                    <a:pt x="7493" y="8080501"/>
                    <a:pt x="0" y="8072882"/>
                    <a:pt x="0" y="806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63611"/>
                  </a:lnTo>
                  <a:lnTo>
                    <a:pt x="16891" y="8063611"/>
                  </a:lnTo>
                  <a:lnTo>
                    <a:pt x="16891" y="8046720"/>
                  </a:lnTo>
                  <a:lnTo>
                    <a:pt x="7454011" y="8046720"/>
                  </a:lnTo>
                  <a:lnTo>
                    <a:pt x="7454011" y="8063611"/>
                  </a:lnTo>
                  <a:lnTo>
                    <a:pt x="7437120" y="80636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181863"/>
            <a:ext cx="153419" cy="6060443"/>
            <a:chOff x="0" y="0"/>
            <a:chExt cx="204559" cy="80805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8046720"/>
            </a:xfrm>
            <a:custGeom>
              <a:avLst/>
              <a:gdLst/>
              <a:ahLst/>
              <a:cxnLst/>
              <a:rect r="r" b="b" t="t" l="l"/>
              <a:pathLst>
                <a:path h="80467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8080501"/>
            </a:xfrm>
            <a:custGeom>
              <a:avLst/>
              <a:gdLst/>
              <a:ahLst/>
              <a:cxnLst/>
              <a:rect r="r" b="b" t="t" l="l"/>
              <a:pathLst>
                <a:path h="8080501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8063611"/>
                  </a:lnTo>
                  <a:cubicBezTo>
                    <a:pt x="204470" y="8073009"/>
                    <a:pt x="196850" y="8080501"/>
                    <a:pt x="187579" y="8080501"/>
                  </a:cubicBezTo>
                  <a:lnTo>
                    <a:pt x="16891" y="8080501"/>
                  </a:lnTo>
                  <a:cubicBezTo>
                    <a:pt x="7493" y="8080501"/>
                    <a:pt x="0" y="8072882"/>
                    <a:pt x="0" y="806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63611"/>
                  </a:lnTo>
                  <a:lnTo>
                    <a:pt x="16891" y="8063611"/>
                  </a:lnTo>
                  <a:lnTo>
                    <a:pt x="16891" y="8046720"/>
                  </a:lnTo>
                  <a:lnTo>
                    <a:pt x="187579" y="8046720"/>
                  </a:lnTo>
                  <a:lnTo>
                    <a:pt x="187579" y="8063611"/>
                  </a:lnTo>
                  <a:lnTo>
                    <a:pt x="170688" y="80636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44503" y="2181863"/>
            <a:ext cx="5603243" cy="793499"/>
            <a:chOff x="0" y="0"/>
            <a:chExt cx="7470991" cy="1057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70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041019"/>
                  </a:lnTo>
                  <a:cubicBezTo>
                    <a:pt x="7470901" y="1050417"/>
                    <a:pt x="7463282" y="1057910"/>
                    <a:pt x="7454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454011" y="1024128"/>
                  </a:lnTo>
                  <a:lnTo>
                    <a:pt x="7454011" y="1041019"/>
                  </a:lnTo>
                  <a:lnTo>
                    <a:pt x="7437120" y="104101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48640" y="2194560"/>
            <a:ext cx="5394960" cy="768096"/>
            <a:chOff x="0" y="0"/>
            <a:chExt cx="719328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9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859" r="0" b="-868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193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Web App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6384" y="3054096"/>
            <a:ext cx="5029200" cy="512064"/>
            <a:chOff x="0" y="0"/>
            <a:chExt cx="670560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Redux Store (auth + recipes)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6384" y="3593592"/>
            <a:ext cx="5029200" cy="512064"/>
            <a:chOff x="0" y="0"/>
            <a:chExt cx="67056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React Router v6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6384" y="4133088"/>
            <a:ext cx="5029200" cy="512064"/>
            <a:chOff x="0" y="0"/>
            <a:chExt cx="6705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Axios HTTP Services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6384" y="4672584"/>
            <a:ext cx="5029200" cy="512064"/>
            <a:chOff x="0" y="0"/>
            <a:chExt cx="670560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JWT in localStorage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6384" y="5212080"/>
            <a:ext cx="5029200" cy="512064"/>
            <a:chOff x="0" y="0"/>
            <a:chExt cx="670560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60+ Pages / Screens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6384" y="5751576"/>
            <a:ext cx="5029200" cy="512064"/>
            <a:chOff x="0" y="0"/>
            <a:chExt cx="67056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Dashboard, Recipes, Inventory,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86384" y="6291072"/>
            <a:ext cx="5029200" cy="512064"/>
            <a:chOff x="0" y="0"/>
            <a:chExt cx="670560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Procurement, Meal Plan, Sales,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86384" y="6830568"/>
            <a:ext cx="5029200" cy="512064"/>
            <a:chOff x="0" y="0"/>
            <a:chExt cx="670560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Reports, CRM, Admin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86384" y="7370064"/>
            <a:ext cx="5029200" cy="512064"/>
            <a:chOff x="0" y="0"/>
            <a:chExt cx="67056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Port: localhost:3000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24679" y="2181863"/>
            <a:ext cx="5603243" cy="6060443"/>
            <a:chOff x="0" y="0"/>
            <a:chExt cx="7470991" cy="80805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4371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470901" cy="8080501"/>
            </a:xfrm>
            <a:custGeom>
              <a:avLst/>
              <a:gdLst/>
              <a:ahLst/>
              <a:cxnLst/>
              <a:rect r="r" b="b" t="t" l="l"/>
              <a:pathLst>
                <a:path h="8080501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8063611"/>
                  </a:lnTo>
                  <a:cubicBezTo>
                    <a:pt x="7470901" y="8073009"/>
                    <a:pt x="7463282" y="8080501"/>
                    <a:pt x="7454011" y="8080501"/>
                  </a:cubicBezTo>
                  <a:lnTo>
                    <a:pt x="16891" y="8080501"/>
                  </a:lnTo>
                  <a:cubicBezTo>
                    <a:pt x="7493" y="8080501"/>
                    <a:pt x="0" y="8072882"/>
                    <a:pt x="0" y="806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63611"/>
                  </a:lnTo>
                  <a:lnTo>
                    <a:pt x="16891" y="8063611"/>
                  </a:lnTo>
                  <a:lnTo>
                    <a:pt x="16891" y="8046720"/>
                  </a:lnTo>
                  <a:lnTo>
                    <a:pt x="7454011" y="8046720"/>
                  </a:lnTo>
                  <a:lnTo>
                    <a:pt x="7454011" y="8063611"/>
                  </a:lnTo>
                  <a:lnTo>
                    <a:pt x="7437120" y="80636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424679" y="2181863"/>
            <a:ext cx="153419" cy="6060443"/>
            <a:chOff x="0" y="0"/>
            <a:chExt cx="204559" cy="80805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70688" cy="8046720"/>
            </a:xfrm>
            <a:custGeom>
              <a:avLst/>
              <a:gdLst/>
              <a:ahLst/>
              <a:cxnLst/>
              <a:rect r="r" b="b" t="t" l="l"/>
              <a:pathLst>
                <a:path h="80467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4470" cy="8080501"/>
            </a:xfrm>
            <a:custGeom>
              <a:avLst/>
              <a:gdLst/>
              <a:ahLst/>
              <a:cxnLst/>
              <a:rect r="r" b="b" t="t" l="l"/>
              <a:pathLst>
                <a:path h="8080501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8063611"/>
                  </a:lnTo>
                  <a:cubicBezTo>
                    <a:pt x="204470" y="8073009"/>
                    <a:pt x="196850" y="8080501"/>
                    <a:pt x="187579" y="8080501"/>
                  </a:cubicBezTo>
                  <a:lnTo>
                    <a:pt x="16891" y="8080501"/>
                  </a:lnTo>
                  <a:cubicBezTo>
                    <a:pt x="7493" y="8080501"/>
                    <a:pt x="0" y="8072882"/>
                    <a:pt x="0" y="806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63611"/>
                  </a:lnTo>
                  <a:lnTo>
                    <a:pt x="16891" y="8063611"/>
                  </a:lnTo>
                  <a:lnTo>
                    <a:pt x="16891" y="8046720"/>
                  </a:lnTo>
                  <a:lnTo>
                    <a:pt x="187579" y="8046720"/>
                  </a:lnTo>
                  <a:lnTo>
                    <a:pt x="187579" y="8063611"/>
                  </a:lnTo>
                  <a:lnTo>
                    <a:pt x="170688" y="80636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424679" y="2181863"/>
            <a:ext cx="5603243" cy="793499"/>
            <a:chOff x="0" y="0"/>
            <a:chExt cx="7470991" cy="105799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70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041019"/>
                  </a:lnTo>
                  <a:cubicBezTo>
                    <a:pt x="7470901" y="1050417"/>
                    <a:pt x="7463282" y="1057910"/>
                    <a:pt x="7454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454011" y="1024128"/>
                  </a:lnTo>
                  <a:lnTo>
                    <a:pt x="7454011" y="1041019"/>
                  </a:lnTo>
                  <a:lnTo>
                    <a:pt x="7437120" y="104101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528816" y="2194560"/>
            <a:ext cx="5394960" cy="768096"/>
            <a:chOff x="0" y="0"/>
            <a:chExt cx="719328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9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859" r="0" b="-8685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7193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Spring Boot Backend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766560" y="3054096"/>
            <a:ext cx="5029200" cy="512064"/>
            <a:chOff x="0" y="0"/>
            <a:chExt cx="670560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Spring Security + JWT Filter Chain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766560" y="3593592"/>
            <a:ext cx="5029200" cy="512064"/>
            <a:chOff x="0" y="0"/>
            <a:chExt cx="67056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28 REST Controllers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766560" y="4133088"/>
            <a:ext cx="5029200" cy="512064"/>
            <a:chOff x="0" y="0"/>
            <a:chExt cx="670560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10 Service Classes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766560" y="4672584"/>
            <a:ext cx="5029200" cy="512064"/>
            <a:chOff x="0" y="0"/>
            <a:chExt cx="670560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28 JPA Repositories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766560" y="5212080"/>
            <a:ext cx="5029200" cy="512064"/>
            <a:chOff x="0" y="0"/>
            <a:chExt cx="670560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20 Entity Classes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766560" y="5751576"/>
            <a:ext cx="5029200" cy="512064"/>
            <a:chOff x="0" y="0"/>
            <a:chExt cx="670560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Groq AI Integration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766560" y="6291072"/>
            <a:ext cx="5029200" cy="512064"/>
            <a:chOff x="0" y="0"/>
            <a:chExt cx="670560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Async Audit Logging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766560" y="6830568"/>
            <a:ext cx="5029200" cy="512064"/>
            <a:chOff x="0" y="0"/>
            <a:chExt cx="670560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BCrypt + JwtUtils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766560" y="7370064"/>
            <a:ext cx="5029200" cy="512064"/>
            <a:chOff x="0" y="0"/>
            <a:chExt cx="670560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Base URL: localhost:8080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404855" y="2181863"/>
            <a:ext cx="5603243" cy="6060443"/>
            <a:chOff x="0" y="0"/>
            <a:chExt cx="7470991" cy="808059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4371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470901" cy="8080501"/>
            </a:xfrm>
            <a:custGeom>
              <a:avLst/>
              <a:gdLst/>
              <a:ahLst/>
              <a:cxnLst/>
              <a:rect r="r" b="b" t="t" l="l"/>
              <a:pathLst>
                <a:path h="8080501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8063611"/>
                  </a:lnTo>
                  <a:cubicBezTo>
                    <a:pt x="7470901" y="8073009"/>
                    <a:pt x="7463282" y="8080501"/>
                    <a:pt x="7454011" y="8080501"/>
                  </a:cubicBezTo>
                  <a:lnTo>
                    <a:pt x="16891" y="8080501"/>
                  </a:lnTo>
                  <a:cubicBezTo>
                    <a:pt x="7493" y="8080501"/>
                    <a:pt x="0" y="8072882"/>
                    <a:pt x="0" y="806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63611"/>
                  </a:lnTo>
                  <a:lnTo>
                    <a:pt x="16891" y="8063611"/>
                  </a:lnTo>
                  <a:lnTo>
                    <a:pt x="16891" y="8046720"/>
                  </a:lnTo>
                  <a:lnTo>
                    <a:pt x="7454011" y="8046720"/>
                  </a:lnTo>
                  <a:lnTo>
                    <a:pt x="7454011" y="8063611"/>
                  </a:lnTo>
                  <a:lnTo>
                    <a:pt x="7437120" y="80636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404855" y="2181863"/>
            <a:ext cx="153419" cy="6060443"/>
            <a:chOff x="0" y="0"/>
            <a:chExt cx="204559" cy="808059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70688" cy="8046720"/>
            </a:xfrm>
            <a:custGeom>
              <a:avLst/>
              <a:gdLst/>
              <a:ahLst/>
              <a:cxnLst/>
              <a:rect r="r" b="b" t="t" l="l"/>
              <a:pathLst>
                <a:path h="80467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04470" cy="8080501"/>
            </a:xfrm>
            <a:custGeom>
              <a:avLst/>
              <a:gdLst/>
              <a:ahLst/>
              <a:cxnLst/>
              <a:rect r="r" b="b" t="t" l="l"/>
              <a:pathLst>
                <a:path h="8080501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8063611"/>
                  </a:lnTo>
                  <a:cubicBezTo>
                    <a:pt x="204470" y="8073009"/>
                    <a:pt x="196850" y="8080501"/>
                    <a:pt x="187579" y="8080501"/>
                  </a:cubicBezTo>
                  <a:lnTo>
                    <a:pt x="16891" y="8080501"/>
                  </a:lnTo>
                  <a:cubicBezTo>
                    <a:pt x="7493" y="8080501"/>
                    <a:pt x="0" y="8072882"/>
                    <a:pt x="0" y="806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63611"/>
                  </a:lnTo>
                  <a:lnTo>
                    <a:pt x="16891" y="8063611"/>
                  </a:lnTo>
                  <a:lnTo>
                    <a:pt x="16891" y="8046720"/>
                  </a:lnTo>
                  <a:lnTo>
                    <a:pt x="187579" y="8046720"/>
                  </a:lnTo>
                  <a:lnTo>
                    <a:pt x="187579" y="8063611"/>
                  </a:lnTo>
                  <a:lnTo>
                    <a:pt x="170688" y="80636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404855" y="2181863"/>
            <a:ext cx="5603243" cy="793499"/>
            <a:chOff x="0" y="0"/>
            <a:chExt cx="7470991" cy="105799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70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041019"/>
                  </a:lnTo>
                  <a:cubicBezTo>
                    <a:pt x="7470901" y="1050417"/>
                    <a:pt x="7463282" y="1057910"/>
                    <a:pt x="7454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454011" y="1024128"/>
                  </a:lnTo>
                  <a:lnTo>
                    <a:pt x="7454011" y="1041019"/>
                  </a:lnTo>
                  <a:lnTo>
                    <a:pt x="7437120" y="104101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508992" y="2194560"/>
            <a:ext cx="5394960" cy="768096"/>
            <a:chOff x="0" y="0"/>
            <a:chExt cx="7193280" cy="102412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19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859" r="0" b="-8685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7193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Native (Expo)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746736" y="3054096"/>
            <a:ext cx="5029200" cy="512064"/>
            <a:chOff x="0" y="0"/>
            <a:chExt cx="670560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Expo Router (file-based)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746736" y="3593592"/>
            <a:ext cx="5029200" cy="512064"/>
            <a:chOff x="0" y="0"/>
            <a:chExt cx="670560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Redux Store (auth)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746736" y="4133088"/>
            <a:ext cx="5029200" cy="512064"/>
            <a:chOff x="0" y="0"/>
            <a:chExt cx="6705600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Axios HTTP Services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746736" y="4672584"/>
            <a:ext cx="5029200" cy="512064"/>
            <a:chOff x="0" y="0"/>
            <a:chExt cx="6705600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JWT in SecureStore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746736" y="5212080"/>
            <a:ext cx="5029200" cy="512064"/>
            <a:chOff x="0" y="0"/>
            <a:chExt cx="6705600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Tabs: Dashboard, Inventory,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746736" y="5751576"/>
            <a:ext cx="5029200" cy="512064"/>
            <a:chOff x="0" y="0"/>
            <a:chExt cx="6705600" cy="6827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Recipes, Procurement, More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746736" y="6291072"/>
            <a:ext cx="5029200" cy="512064"/>
            <a:chOff x="0" y="0"/>
            <a:chExt cx="670560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iOS / Android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746736" y="6830568"/>
            <a:ext cx="5029200" cy="512064"/>
            <a:chOff x="0" y="0"/>
            <a:chExt cx="6705600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70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70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Auth guard on all routes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426215" y="9085583"/>
            <a:ext cx="17435579" cy="1031243"/>
            <a:chOff x="0" y="0"/>
            <a:chExt cx="23247439" cy="137499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2321356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213569">
                  <a:moveTo>
                    <a:pt x="0" y="0"/>
                  </a:moveTo>
                  <a:lnTo>
                    <a:pt x="23213569" y="0"/>
                  </a:lnTo>
                  <a:lnTo>
                    <a:pt x="2321356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3247350" cy="1374902"/>
            </a:xfrm>
            <a:custGeom>
              <a:avLst/>
              <a:gdLst/>
              <a:ahLst/>
              <a:cxnLst/>
              <a:rect r="r" b="b" t="t" l="l"/>
              <a:pathLst>
                <a:path h="1374902" w="23247350">
                  <a:moveTo>
                    <a:pt x="16891" y="0"/>
                  </a:moveTo>
                  <a:lnTo>
                    <a:pt x="23230460" y="0"/>
                  </a:lnTo>
                  <a:cubicBezTo>
                    <a:pt x="23239857" y="0"/>
                    <a:pt x="23247350" y="7620"/>
                    <a:pt x="23247350" y="16891"/>
                  </a:cubicBezTo>
                  <a:lnTo>
                    <a:pt x="23247350" y="1358011"/>
                  </a:lnTo>
                  <a:cubicBezTo>
                    <a:pt x="23247350" y="1367409"/>
                    <a:pt x="23239730" y="1374902"/>
                    <a:pt x="2323046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3230460" y="1341120"/>
                  </a:lnTo>
                  <a:lnTo>
                    <a:pt x="23230460" y="1358011"/>
                  </a:lnTo>
                  <a:lnTo>
                    <a:pt x="23213569" y="1358011"/>
                  </a:lnTo>
                  <a:lnTo>
                    <a:pt x="23213569" y="16891"/>
                  </a:lnTo>
                  <a:lnTo>
                    <a:pt x="23230460" y="16891"/>
                  </a:lnTo>
                  <a:lnTo>
                    <a:pt x="2323046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40080" y="9098280"/>
            <a:ext cx="17007840" cy="1005840"/>
            <a:chOff x="0" y="0"/>
            <a:chExt cx="22677120" cy="13411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22677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— food_erp_db   ·   ~31 tables   ·   HikariCP Pool   ·   JPA/Hibernate DDL-Auto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— Authentication Flow (JWT)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→ Token generation → Storage → Route protection → Auto-logout on 401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95479" y="2218439"/>
            <a:ext cx="1634747" cy="1634747"/>
            <a:chOff x="0" y="0"/>
            <a:chExt cx="2179663" cy="21796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1072896"/>
                  </a:moveTo>
                  <a:cubicBezTo>
                    <a:pt x="0" y="480314"/>
                    <a:pt x="480314" y="0"/>
                    <a:pt x="1072896" y="0"/>
                  </a:cubicBezTo>
                  <a:cubicBezTo>
                    <a:pt x="1665478" y="0"/>
                    <a:pt x="2145792" y="480314"/>
                    <a:pt x="2145792" y="1072896"/>
                  </a:cubicBezTo>
                  <a:cubicBezTo>
                    <a:pt x="2145792" y="1665478"/>
                    <a:pt x="1665478" y="2145792"/>
                    <a:pt x="1072896" y="2145792"/>
                  </a:cubicBezTo>
                  <a:cubicBezTo>
                    <a:pt x="480314" y="2145792"/>
                    <a:pt x="0" y="1665478"/>
                    <a:pt x="0" y="1072896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9574" cy="2179574"/>
            </a:xfrm>
            <a:custGeom>
              <a:avLst/>
              <a:gdLst/>
              <a:ahLst/>
              <a:cxnLst/>
              <a:rect r="r" b="b" t="t" l="l"/>
              <a:pathLst>
                <a:path h="2179574" w="2179574">
                  <a:moveTo>
                    <a:pt x="0" y="1089787"/>
                  </a:moveTo>
                  <a:cubicBezTo>
                    <a:pt x="0" y="487934"/>
                    <a:pt x="487934" y="0"/>
                    <a:pt x="1089787" y="0"/>
                  </a:cubicBezTo>
                  <a:lnTo>
                    <a:pt x="1089787" y="16891"/>
                  </a:lnTo>
                  <a:lnTo>
                    <a:pt x="1089787" y="0"/>
                  </a:lnTo>
                  <a:cubicBezTo>
                    <a:pt x="1691640" y="0"/>
                    <a:pt x="2179574" y="487934"/>
                    <a:pt x="2179574" y="1089787"/>
                  </a:cubicBezTo>
                  <a:lnTo>
                    <a:pt x="2162683" y="1089787"/>
                  </a:lnTo>
                  <a:lnTo>
                    <a:pt x="2179574" y="1089787"/>
                  </a:lnTo>
                  <a:cubicBezTo>
                    <a:pt x="2179574" y="1691640"/>
                    <a:pt x="1691640" y="2179574"/>
                    <a:pt x="1089787" y="2179574"/>
                  </a:cubicBezTo>
                  <a:lnTo>
                    <a:pt x="1089787" y="2162683"/>
                  </a:lnTo>
                  <a:lnTo>
                    <a:pt x="1089787" y="2179574"/>
                  </a:lnTo>
                  <a:cubicBezTo>
                    <a:pt x="487934" y="2179701"/>
                    <a:pt x="0" y="1691767"/>
                    <a:pt x="0" y="1089787"/>
                  </a:cubicBezTo>
                  <a:lnTo>
                    <a:pt x="16891" y="1089787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0" y="1089787"/>
                  </a:lnTo>
                  <a:moveTo>
                    <a:pt x="33909" y="1089787"/>
                  </a:moveTo>
                  <a:cubicBezTo>
                    <a:pt x="33909" y="1099185"/>
                    <a:pt x="26289" y="1106678"/>
                    <a:pt x="17018" y="1106678"/>
                  </a:cubicBezTo>
                  <a:cubicBezTo>
                    <a:pt x="7747" y="1106678"/>
                    <a:pt x="0" y="1099185"/>
                    <a:pt x="0" y="1089787"/>
                  </a:cubicBezTo>
                  <a:cubicBezTo>
                    <a:pt x="0" y="1080389"/>
                    <a:pt x="7620" y="1072896"/>
                    <a:pt x="16891" y="1072896"/>
                  </a:cubicBezTo>
                  <a:cubicBezTo>
                    <a:pt x="26162" y="1072896"/>
                    <a:pt x="33782" y="1080516"/>
                    <a:pt x="33782" y="1089787"/>
                  </a:cubicBezTo>
                  <a:cubicBezTo>
                    <a:pt x="33782" y="1672971"/>
                    <a:pt x="506603" y="2145792"/>
                    <a:pt x="1089787" y="2145792"/>
                  </a:cubicBezTo>
                  <a:cubicBezTo>
                    <a:pt x="1672971" y="2145792"/>
                    <a:pt x="2145792" y="1672971"/>
                    <a:pt x="2145792" y="1089787"/>
                  </a:cubicBezTo>
                  <a:cubicBezTo>
                    <a:pt x="2145792" y="506603"/>
                    <a:pt x="1672971" y="33782"/>
                    <a:pt x="1089787" y="33782"/>
                  </a:cubicBezTo>
                  <a:lnTo>
                    <a:pt x="1089787" y="16891"/>
                  </a:lnTo>
                  <a:lnTo>
                    <a:pt x="1089787" y="33909"/>
                  </a:lnTo>
                  <a:cubicBezTo>
                    <a:pt x="506603" y="33909"/>
                    <a:pt x="33909" y="506603"/>
                    <a:pt x="33909" y="1089787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8176" y="2231136"/>
            <a:ext cx="1609344" cy="1609344"/>
            <a:chOff x="0" y="0"/>
            <a:chExt cx="2145792" cy="2145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145792" cy="2212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7200" y="4023360"/>
            <a:ext cx="3383280" cy="640080"/>
            <a:chOff x="0" y="0"/>
            <a:chExt cx="451104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Visit App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7200" y="4663440"/>
            <a:ext cx="3383280" cy="640080"/>
            <a:chOff x="0" y="0"/>
            <a:chExt cx="451104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 or /login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876294" y="2998470"/>
            <a:ext cx="550164" cy="38100"/>
            <a:chOff x="0" y="0"/>
            <a:chExt cx="733552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0"/>
              <a:ext cx="682752" cy="50800"/>
            </a:xfrm>
            <a:custGeom>
              <a:avLst/>
              <a:gdLst/>
              <a:ahLst/>
              <a:cxnLst/>
              <a:rect r="r" b="b" t="t" l="l"/>
              <a:pathLst>
                <a:path h="5080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A5B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906775" y="2218439"/>
            <a:ext cx="1634747" cy="1634747"/>
            <a:chOff x="0" y="0"/>
            <a:chExt cx="2179663" cy="21796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1072896"/>
                  </a:moveTo>
                  <a:cubicBezTo>
                    <a:pt x="0" y="480314"/>
                    <a:pt x="480314" y="0"/>
                    <a:pt x="1072896" y="0"/>
                  </a:cubicBezTo>
                  <a:cubicBezTo>
                    <a:pt x="1665478" y="0"/>
                    <a:pt x="2145792" y="480314"/>
                    <a:pt x="2145792" y="1072896"/>
                  </a:cubicBezTo>
                  <a:cubicBezTo>
                    <a:pt x="2145792" y="1665478"/>
                    <a:pt x="1665478" y="2145792"/>
                    <a:pt x="1072896" y="2145792"/>
                  </a:cubicBezTo>
                  <a:cubicBezTo>
                    <a:pt x="480314" y="2145792"/>
                    <a:pt x="0" y="1665478"/>
                    <a:pt x="0" y="1072896"/>
                  </a:cubicBez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9574" cy="2179574"/>
            </a:xfrm>
            <a:custGeom>
              <a:avLst/>
              <a:gdLst/>
              <a:ahLst/>
              <a:cxnLst/>
              <a:rect r="r" b="b" t="t" l="l"/>
              <a:pathLst>
                <a:path h="2179574" w="2179574">
                  <a:moveTo>
                    <a:pt x="0" y="1089787"/>
                  </a:moveTo>
                  <a:cubicBezTo>
                    <a:pt x="0" y="487934"/>
                    <a:pt x="487934" y="0"/>
                    <a:pt x="1089787" y="0"/>
                  </a:cubicBezTo>
                  <a:lnTo>
                    <a:pt x="1089787" y="16891"/>
                  </a:lnTo>
                  <a:lnTo>
                    <a:pt x="1089787" y="0"/>
                  </a:lnTo>
                  <a:cubicBezTo>
                    <a:pt x="1691640" y="0"/>
                    <a:pt x="2179574" y="487934"/>
                    <a:pt x="2179574" y="1089787"/>
                  </a:cubicBezTo>
                  <a:lnTo>
                    <a:pt x="2162683" y="1089787"/>
                  </a:lnTo>
                  <a:lnTo>
                    <a:pt x="2179574" y="1089787"/>
                  </a:lnTo>
                  <a:cubicBezTo>
                    <a:pt x="2179574" y="1691640"/>
                    <a:pt x="1691640" y="2179574"/>
                    <a:pt x="1089787" y="2179574"/>
                  </a:cubicBezTo>
                  <a:lnTo>
                    <a:pt x="1089787" y="2162683"/>
                  </a:lnTo>
                  <a:lnTo>
                    <a:pt x="1089787" y="2179574"/>
                  </a:lnTo>
                  <a:cubicBezTo>
                    <a:pt x="487934" y="2179701"/>
                    <a:pt x="0" y="1691767"/>
                    <a:pt x="0" y="1089787"/>
                  </a:cubicBezTo>
                  <a:lnTo>
                    <a:pt x="16891" y="1089787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0" y="1089787"/>
                  </a:lnTo>
                  <a:moveTo>
                    <a:pt x="33909" y="1089787"/>
                  </a:moveTo>
                  <a:cubicBezTo>
                    <a:pt x="33909" y="1099185"/>
                    <a:pt x="26289" y="1106678"/>
                    <a:pt x="17018" y="1106678"/>
                  </a:cubicBezTo>
                  <a:cubicBezTo>
                    <a:pt x="7747" y="1106678"/>
                    <a:pt x="0" y="1099185"/>
                    <a:pt x="0" y="1089787"/>
                  </a:cubicBezTo>
                  <a:cubicBezTo>
                    <a:pt x="0" y="1080389"/>
                    <a:pt x="7620" y="1072896"/>
                    <a:pt x="16891" y="1072896"/>
                  </a:cubicBezTo>
                  <a:cubicBezTo>
                    <a:pt x="26162" y="1072896"/>
                    <a:pt x="33782" y="1080516"/>
                    <a:pt x="33782" y="1089787"/>
                  </a:cubicBezTo>
                  <a:cubicBezTo>
                    <a:pt x="33782" y="1672971"/>
                    <a:pt x="506603" y="2145792"/>
                    <a:pt x="1089787" y="2145792"/>
                  </a:cubicBezTo>
                  <a:cubicBezTo>
                    <a:pt x="1672971" y="2145792"/>
                    <a:pt x="2145792" y="1672971"/>
                    <a:pt x="2145792" y="1089787"/>
                  </a:cubicBezTo>
                  <a:cubicBezTo>
                    <a:pt x="2145792" y="506603"/>
                    <a:pt x="1672971" y="33782"/>
                    <a:pt x="1089787" y="33782"/>
                  </a:cubicBezTo>
                  <a:lnTo>
                    <a:pt x="1089787" y="16891"/>
                  </a:lnTo>
                  <a:lnTo>
                    <a:pt x="1089787" y="33909"/>
                  </a:lnTo>
                  <a:cubicBezTo>
                    <a:pt x="506603" y="33909"/>
                    <a:pt x="33909" y="506603"/>
                    <a:pt x="33909" y="1089787"/>
                  </a:cubicBez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919472" y="2231136"/>
            <a:ext cx="1609344" cy="1609344"/>
            <a:chOff x="0" y="0"/>
            <a:chExt cx="2145792" cy="21457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2145792" cy="2212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968496" y="4023360"/>
            <a:ext cx="3383280" cy="640080"/>
            <a:chOff x="0" y="0"/>
            <a:chExt cx="451104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Redux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68496" y="4663440"/>
            <a:ext cx="3383280" cy="640080"/>
            <a:chOff x="0" y="0"/>
            <a:chExt cx="451104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 in localStorage?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387590" y="2998470"/>
            <a:ext cx="550164" cy="38100"/>
            <a:chOff x="0" y="0"/>
            <a:chExt cx="733552" cy="50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5400" y="0"/>
              <a:ext cx="682752" cy="50800"/>
            </a:xfrm>
            <a:custGeom>
              <a:avLst/>
              <a:gdLst/>
              <a:ahLst/>
              <a:cxnLst/>
              <a:rect r="r" b="b" t="t" l="l"/>
              <a:pathLst>
                <a:path h="5080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A5B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418071" y="2218439"/>
            <a:ext cx="1634747" cy="1634747"/>
            <a:chOff x="0" y="0"/>
            <a:chExt cx="2179663" cy="21796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1072896"/>
                  </a:moveTo>
                  <a:cubicBezTo>
                    <a:pt x="0" y="480314"/>
                    <a:pt x="480314" y="0"/>
                    <a:pt x="1072896" y="0"/>
                  </a:cubicBezTo>
                  <a:cubicBezTo>
                    <a:pt x="1665478" y="0"/>
                    <a:pt x="2145792" y="480314"/>
                    <a:pt x="2145792" y="1072896"/>
                  </a:cubicBezTo>
                  <a:cubicBezTo>
                    <a:pt x="2145792" y="1665478"/>
                    <a:pt x="1665478" y="2145792"/>
                    <a:pt x="1072896" y="2145792"/>
                  </a:cubicBezTo>
                  <a:cubicBezTo>
                    <a:pt x="480314" y="2145792"/>
                    <a:pt x="0" y="1665478"/>
                    <a:pt x="0" y="107289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79574" cy="2179574"/>
            </a:xfrm>
            <a:custGeom>
              <a:avLst/>
              <a:gdLst/>
              <a:ahLst/>
              <a:cxnLst/>
              <a:rect r="r" b="b" t="t" l="l"/>
              <a:pathLst>
                <a:path h="2179574" w="2179574">
                  <a:moveTo>
                    <a:pt x="0" y="1089787"/>
                  </a:moveTo>
                  <a:cubicBezTo>
                    <a:pt x="0" y="487934"/>
                    <a:pt x="487934" y="0"/>
                    <a:pt x="1089787" y="0"/>
                  </a:cubicBezTo>
                  <a:lnTo>
                    <a:pt x="1089787" y="16891"/>
                  </a:lnTo>
                  <a:lnTo>
                    <a:pt x="1089787" y="0"/>
                  </a:lnTo>
                  <a:cubicBezTo>
                    <a:pt x="1691640" y="0"/>
                    <a:pt x="2179574" y="487934"/>
                    <a:pt x="2179574" y="1089787"/>
                  </a:cubicBezTo>
                  <a:lnTo>
                    <a:pt x="2162683" y="1089787"/>
                  </a:lnTo>
                  <a:lnTo>
                    <a:pt x="2179574" y="1089787"/>
                  </a:lnTo>
                  <a:cubicBezTo>
                    <a:pt x="2179574" y="1691640"/>
                    <a:pt x="1691640" y="2179574"/>
                    <a:pt x="1089787" y="2179574"/>
                  </a:cubicBezTo>
                  <a:lnTo>
                    <a:pt x="1089787" y="2162683"/>
                  </a:lnTo>
                  <a:lnTo>
                    <a:pt x="1089787" y="2179574"/>
                  </a:lnTo>
                  <a:cubicBezTo>
                    <a:pt x="487934" y="2179701"/>
                    <a:pt x="0" y="1691767"/>
                    <a:pt x="0" y="1089787"/>
                  </a:cubicBezTo>
                  <a:lnTo>
                    <a:pt x="16891" y="1089787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0" y="1089787"/>
                  </a:lnTo>
                  <a:moveTo>
                    <a:pt x="33909" y="1089787"/>
                  </a:moveTo>
                  <a:cubicBezTo>
                    <a:pt x="33909" y="1099185"/>
                    <a:pt x="26289" y="1106678"/>
                    <a:pt x="17018" y="1106678"/>
                  </a:cubicBezTo>
                  <a:cubicBezTo>
                    <a:pt x="7747" y="1106678"/>
                    <a:pt x="0" y="1099185"/>
                    <a:pt x="0" y="1089787"/>
                  </a:cubicBezTo>
                  <a:cubicBezTo>
                    <a:pt x="0" y="1080389"/>
                    <a:pt x="7620" y="1072896"/>
                    <a:pt x="16891" y="1072896"/>
                  </a:cubicBezTo>
                  <a:cubicBezTo>
                    <a:pt x="26162" y="1072896"/>
                    <a:pt x="33782" y="1080516"/>
                    <a:pt x="33782" y="1089787"/>
                  </a:cubicBezTo>
                  <a:cubicBezTo>
                    <a:pt x="33782" y="1672971"/>
                    <a:pt x="506603" y="2145792"/>
                    <a:pt x="1089787" y="2145792"/>
                  </a:cubicBezTo>
                  <a:cubicBezTo>
                    <a:pt x="1672971" y="2145792"/>
                    <a:pt x="2145792" y="1672971"/>
                    <a:pt x="2145792" y="1089787"/>
                  </a:cubicBezTo>
                  <a:cubicBezTo>
                    <a:pt x="2145792" y="506603"/>
                    <a:pt x="1672971" y="33782"/>
                    <a:pt x="1089787" y="33782"/>
                  </a:cubicBezTo>
                  <a:lnTo>
                    <a:pt x="1089787" y="16891"/>
                  </a:lnTo>
                  <a:lnTo>
                    <a:pt x="1089787" y="33909"/>
                  </a:lnTo>
                  <a:cubicBezTo>
                    <a:pt x="506603" y="33909"/>
                    <a:pt x="33909" y="506603"/>
                    <a:pt x="33909" y="1089787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430768" y="2231136"/>
            <a:ext cx="1609344" cy="1609344"/>
            <a:chOff x="0" y="0"/>
            <a:chExt cx="2145792" cy="21457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2145792" cy="2212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479792" y="4023360"/>
            <a:ext cx="3383280" cy="640080"/>
            <a:chOff x="0" y="0"/>
            <a:chExt cx="451104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 /api/auth/login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479792" y="4663440"/>
            <a:ext cx="3383280" cy="640080"/>
            <a:chOff x="0" y="0"/>
            <a:chExt cx="451104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username + password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898886" y="2998470"/>
            <a:ext cx="550164" cy="38100"/>
            <a:chOff x="0" y="0"/>
            <a:chExt cx="733552" cy="50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5400" y="0"/>
              <a:ext cx="682752" cy="50800"/>
            </a:xfrm>
            <a:custGeom>
              <a:avLst/>
              <a:gdLst/>
              <a:ahLst/>
              <a:cxnLst/>
              <a:rect r="r" b="b" t="t" l="l"/>
              <a:pathLst>
                <a:path h="5080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A5B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929367" y="2218439"/>
            <a:ext cx="1634747" cy="1634747"/>
            <a:chOff x="0" y="0"/>
            <a:chExt cx="2179663" cy="21796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1072896"/>
                  </a:moveTo>
                  <a:cubicBezTo>
                    <a:pt x="0" y="480314"/>
                    <a:pt x="480314" y="0"/>
                    <a:pt x="1072896" y="0"/>
                  </a:cubicBezTo>
                  <a:cubicBezTo>
                    <a:pt x="1665478" y="0"/>
                    <a:pt x="2145792" y="480314"/>
                    <a:pt x="2145792" y="1072896"/>
                  </a:cubicBezTo>
                  <a:cubicBezTo>
                    <a:pt x="2145792" y="1665478"/>
                    <a:pt x="1665478" y="2145792"/>
                    <a:pt x="1072896" y="2145792"/>
                  </a:cubicBezTo>
                  <a:cubicBezTo>
                    <a:pt x="480314" y="2145792"/>
                    <a:pt x="0" y="1665478"/>
                    <a:pt x="0" y="107289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79574" cy="2179574"/>
            </a:xfrm>
            <a:custGeom>
              <a:avLst/>
              <a:gdLst/>
              <a:ahLst/>
              <a:cxnLst/>
              <a:rect r="r" b="b" t="t" l="l"/>
              <a:pathLst>
                <a:path h="2179574" w="2179574">
                  <a:moveTo>
                    <a:pt x="0" y="1089787"/>
                  </a:moveTo>
                  <a:cubicBezTo>
                    <a:pt x="0" y="487934"/>
                    <a:pt x="487934" y="0"/>
                    <a:pt x="1089787" y="0"/>
                  </a:cubicBezTo>
                  <a:lnTo>
                    <a:pt x="1089787" y="16891"/>
                  </a:lnTo>
                  <a:lnTo>
                    <a:pt x="1089787" y="0"/>
                  </a:lnTo>
                  <a:cubicBezTo>
                    <a:pt x="1691640" y="0"/>
                    <a:pt x="2179574" y="487934"/>
                    <a:pt x="2179574" y="1089787"/>
                  </a:cubicBezTo>
                  <a:lnTo>
                    <a:pt x="2162683" y="1089787"/>
                  </a:lnTo>
                  <a:lnTo>
                    <a:pt x="2179574" y="1089787"/>
                  </a:lnTo>
                  <a:cubicBezTo>
                    <a:pt x="2179574" y="1691640"/>
                    <a:pt x="1691640" y="2179574"/>
                    <a:pt x="1089787" y="2179574"/>
                  </a:cubicBezTo>
                  <a:lnTo>
                    <a:pt x="1089787" y="2162683"/>
                  </a:lnTo>
                  <a:lnTo>
                    <a:pt x="1089787" y="2179574"/>
                  </a:lnTo>
                  <a:cubicBezTo>
                    <a:pt x="487934" y="2179701"/>
                    <a:pt x="0" y="1691767"/>
                    <a:pt x="0" y="1089787"/>
                  </a:cubicBezTo>
                  <a:lnTo>
                    <a:pt x="16891" y="1089787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0" y="1089787"/>
                  </a:lnTo>
                  <a:moveTo>
                    <a:pt x="33909" y="1089787"/>
                  </a:moveTo>
                  <a:cubicBezTo>
                    <a:pt x="33909" y="1099185"/>
                    <a:pt x="26289" y="1106678"/>
                    <a:pt x="17018" y="1106678"/>
                  </a:cubicBezTo>
                  <a:cubicBezTo>
                    <a:pt x="7747" y="1106678"/>
                    <a:pt x="0" y="1099185"/>
                    <a:pt x="0" y="1089787"/>
                  </a:cubicBezTo>
                  <a:cubicBezTo>
                    <a:pt x="0" y="1080389"/>
                    <a:pt x="7620" y="1072896"/>
                    <a:pt x="16891" y="1072896"/>
                  </a:cubicBezTo>
                  <a:cubicBezTo>
                    <a:pt x="26162" y="1072896"/>
                    <a:pt x="33782" y="1080516"/>
                    <a:pt x="33782" y="1089787"/>
                  </a:cubicBezTo>
                  <a:cubicBezTo>
                    <a:pt x="33782" y="1672971"/>
                    <a:pt x="506603" y="2145792"/>
                    <a:pt x="1089787" y="2145792"/>
                  </a:cubicBezTo>
                  <a:cubicBezTo>
                    <a:pt x="1672971" y="2145792"/>
                    <a:pt x="2145792" y="1672971"/>
                    <a:pt x="2145792" y="1089787"/>
                  </a:cubicBezTo>
                  <a:cubicBezTo>
                    <a:pt x="2145792" y="506603"/>
                    <a:pt x="1672971" y="33782"/>
                    <a:pt x="1089787" y="33782"/>
                  </a:cubicBezTo>
                  <a:lnTo>
                    <a:pt x="1089787" y="16891"/>
                  </a:lnTo>
                  <a:lnTo>
                    <a:pt x="1089787" y="33909"/>
                  </a:lnTo>
                  <a:cubicBezTo>
                    <a:pt x="506603" y="33909"/>
                    <a:pt x="33909" y="506603"/>
                    <a:pt x="33909" y="1089787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942064" y="2231136"/>
            <a:ext cx="1609344" cy="1609344"/>
            <a:chOff x="0" y="0"/>
            <a:chExt cx="2145792" cy="2145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2145792" cy="2212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991088" y="4023360"/>
            <a:ext cx="3383280" cy="640080"/>
            <a:chOff x="0" y="0"/>
            <a:chExt cx="451104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AuthController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991088" y="4663440"/>
            <a:ext cx="3383280" cy="640080"/>
            <a:chOff x="0" y="0"/>
            <a:chExt cx="451104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Authenticate + generate JWT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410182" y="2998470"/>
            <a:ext cx="550164" cy="38100"/>
            <a:chOff x="0" y="0"/>
            <a:chExt cx="733552" cy="50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0"/>
              <a:ext cx="682752" cy="50800"/>
            </a:xfrm>
            <a:custGeom>
              <a:avLst/>
              <a:gdLst/>
              <a:ahLst/>
              <a:cxnLst/>
              <a:rect r="r" b="b" t="t" l="l"/>
              <a:pathLst>
                <a:path h="5080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A5B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5440663" y="2218439"/>
            <a:ext cx="1634747" cy="1634747"/>
            <a:chOff x="0" y="0"/>
            <a:chExt cx="2179663" cy="217966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1072896"/>
                  </a:moveTo>
                  <a:cubicBezTo>
                    <a:pt x="0" y="480314"/>
                    <a:pt x="480314" y="0"/>
                    <a:pt x="1072896" y="0"/>
                  </a:cubicBezTo>
                  <a:cubicBezTo>
                    <a:pt x="1665478" y="0"/>
                    <a:pt x="2145792" y="480314"/>
                    <a:pt x="2145792" y="1072896"/>
                  </a:cubicBezTo>
                  <a:cubicBezTo>
                    <a:pt x="2145792" y="1665478"/>
                    <a:pt x="1665478" y="2145792"/>
                    <a:pt x="1072896" y="2145792"/>
                  </a:cubicBezTo>
                  <a:cubicBezTo>
                    <a:pt x="480314" y="2145792"/>
                    <a:pt x="0" y="1665478"/>
                    <a:pt x="0" y="1072896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79574" cy="2179574"/>
            </a:xfrm>
            <a:custGeom>
              <a:avLst/>
              <a:gdLst/>
              <a:ahLst/>
              <a:cxnLst/>
              <a:rect r="r" b="b" t="t" l="l"/>
              <a:pathLst>
                <a:path h="2179574" w="2179574">
                  <a:moveTo>
                    <a:pt x="0" y="1089787"/>
                  </a:moveTo>
                  <a:cubicBezTo>
                    <a:pt x="0" y="487934"/>
                    <a:pt x="487934" y="0"/>
                    <a:pt x="1089787" y="0"/>
                  </a:cubicBezTo>
                  <a:lnTo>
                    <a:pt x="1089787" y="16891"/>
                  </a:lnTo>
                  <a:lnTo>
                    <a:pt x="1089787" y="0"/>
                  </a:lnTo>
                  <a:cubicBezTo>
                    <a:pt x="1691640" y="0"/>
                    <a:pt x="2179574" y="487934"/>
                    <a:pt x="2179574" y="1089787"/>
                  </a:cubicBezTo>
                  <a:lnTo>
                    <a:pt x="2162683" y="1089787"/>
                  </a:lnTo>
                  <a:lnTo>
                    <a:pt x="2179574" y="1089787"/>
                  </a:lnTo>
                  <a:cubicBezTo>
                    <a:pt x="2179574" y="1691640"/>
                    <a:pt x="1691640" y="2179574"/>
                    <a:pt x="1089787" y="2179574"/>
                  </a:cubicBezTo>
                  <a:lnTo>
                    <a:pt x="1089787" y="2162683"/>
                  </a:lnTo>
                  <a:lnTo>
                    <a:pt x="1089787" y="2179574"/>
                  </a:lnTo>
                  <a:cubicBezTo>
                    <a:pt x="487934" y="2179701"/>
                    <a:pt x="0" y="1691767"/>
                    <a:pt x="0" y="1089787"/>
                  </a:cubicBezTo>
                  <a:lnTo>
                    <a:pt x="16891" y="1089787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0" y="1089787"/>
                  </a:lnTo>
                  <a:moveTo>
                    <a:pt x="33909" y="1089787"/>
                  </a:moveTo>
                  <a:cubicBezTo>
                    <a:pt x="33909" y="1099185"/>
                    <a:pt x="26289" y="1106678"/>
                    <a:pt x="17018" y="1106678"/>
                  </a:cubicBezTo>
                  <a:cubicBezTo>
                    <a:pt x="7747" y="1106678"/>
                    <a:pt x="0" y="1099185"/>
                    <a:pt x="0" y="1089787"/>
                  </a:cubicBezTo>
                  <a:cubicBezTo>
                    <a:pt x="0" y="1080389"/>
                    <a:pt x="7620" y="1072896"/>
                    <a:pt x="16891" y="1072896"/>
                  </a:cubicBezTo>
                  <a:cubicBezTo>
                    <a:pt x="26162" y="1072896"/>
                    <a:pt x="33782" y="1080516"/>
                    <a:pt x="33782" y="1089787"/>
                  </a:cubicBezTo>
                  <a:cubicBezTo>
                    <a:pt x="33782" y="1672971"/>
                    <a:pt x="506603" y="2145792"/>
                    <a:pt x="1089787" y="2145792"/>
                  </a:cubicBezTo>
                  <a:cubicBezTo>
                    <a:pt x="1672971" y="2145792"/>
                    <a:pt x="2145792" y="1672971"/>
                    <a:pt x="2145792" y="1089787"/>
                  </a:cubicBezTo>
                  <a:cubicBezTo>
                    <a:pt x="2145792" y="506603"/>
                    <a:pt x="1672971" y="33782"/>
                    <a:pt x="1089787" y="33782"/>
                  </a:cubicBezTo>
                  <a:lnTo>
                    <a:pt x="1089787" y="16891"/>
                  </a:lnTo>
                  <a:lnTo>
                    <a:pt x="1089787" y="33909"/>
                  </a:lnTo>
                  <a:cubicBezTo>
                    <a:pt x="506603" y="33909"/>
                    <a:pt x="33909" y="506603"/>
                    <a:pt x="33909" y="1089787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5453360" y="2231136"/>
            <a:ext cx="1609344" cy="1609344"/>
            <a:chOff x="0" y="0"/>
            <a:chExt cx="2145792" cy="21457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4579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2145792" cy="2212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502384" y="4023360"/>
            <a:ext cx="3383280" cy="640080"/>
            <a:chOff x="0" y="0"/>
            <a:chExt cx="4511040" cy="853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 Lookup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502384" y="4663440"/>
            <a:ext cx="3383280" cy="640080"/>
            <a:chOff x="0" y="0"/>
            <a:chExt cx="451104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UserRepository.findByUsername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457200" y="5669280"/>
            <a:ext cx="17373600" cy="548640"/>
            <a:chOff x="0" y="0"/>
            <a:chExt cx="2316480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316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23164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Subsequent API Requests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444503" y="6296663"/>
            <a:ext cx="4140203" cy="1854203"/>
            <a:chOff x="0" y="0"/>
            <a:chExt cx="5520271" cy="247227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548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520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455291"/>
                  </a:lnTo>
                  <a:cubicBezTo>
                    <a:pt x="5520182" y="2464689"/>
                    <a:pt x="5512562" y="2472182"/>
                    <a:pt x="55032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503291" y="2438400"/>
                  </a:lnTo>
                  <a:lnTo>
                    <a:pt x="5503291" y="2455291"/>
                  </a:lnTo>
                  <a:lnTo>
                    <a:pt x="5486400" y="24552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444503" y="6296663"/>
            <a:ext cx="153419" cy="1854203"/>
            <a:chOff x="0" y="0"/>
            <a:chExt cx="204559" cy="247227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768096" y="6492240"/>
            <a:ext cx="3657600" cy="548640"/>
            <a:chOff x="0" y="0"/>
            <a:chExt cx="4876800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Axios adds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68096" y="7040880"/>
            <a:ext cx="3657600" cy="914400"/>
            <a:chOff x="0" y="0"/>
            <a:chExt cx="4876800" cy="1219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8768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Authorization: Bearer &lt;token&gt;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4870199" y="6296663"/>
            <a:ext cx="4140203" cy="1854203"/>
            <a:chOff x="0" y="0"/>
            <a:chExt cx="5520271" cy="247227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548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520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455291"/>
                  </a:lnTo>
                  <a:cubicBezTo>
                    <a:pt x="5520182" y="2464689"/>
                    <a:pt x="5512562" y="2472182"/>
                    <a:pt x="55032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503291" y="2438400"/>
                  </a:lnTo>
                  <a:lnTo>
                    <a:pt x="5503291" y="2455291"/>
                  </a:lnTo>
                  <a:lnTo>
                    <a:pt x="5486400" y="24552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4870199" y="6296663"/>
            <a:ext cx="153419" cy="1854203"/>
            <a:chOff x="0" y="0"/>
            <a:chExt cx="204559" cy="247227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5193792" y="6492240"/>
            <a:ext cx="3657600" cy="548640"/>
            <a:chOff x="0" y="0"/>
            <a:chExt cx="487680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AuthTokenFilter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5193792" y="7040880"/>
            <a:ext cx="3657600" cy="914400"/>
            <a:chOff x="0" y="0"/>
            <a:chExt cx="4876800" cy="12192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48768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Validates JWT signature &amp; expiry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295895" y="6296663"/>
            <a:ext cx="4140203" cy="1854203"/>
            <a:chOff x="0" y="0"/>
            <a:chExt cx="5520271" cy="247227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548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520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455291"/>
                  </a:lnTo>
                  <a:cubicBezTo>
                    <a:pt x="5520182" y="2464689"/>
                    <a:pt x="5512562" y="2472182"/>
                    <a:pt x="55032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503291" y="2438400"/>
                  </a:lnTo>
                  <a:lnTo>
                    <a:pt x="5503291" y="2455291"/>
                  </a:lnTo>
                  <a:lnTo>
                    <a:pt x="5486400" y="24552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295895" y="6296663"/>
            <a:ext cx="153419" cy="1854203"/>
            <a:chOff x="0" y="0"/>
            <a:chExt cx="204559" cy="24722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619488" y="6492240"/>
            <a:ext cx="3657600" cy="548640"/>
            <a:chOff x="0" y="0"/>
            <a:chExt cx="4876800" cy="73152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 Check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619488" y="7040880"/>
            <a:ext cx="3657600" cy="914400"/>
            <a:chOff x="0" y="0"/>
            <a:chExt cx="4876800" cy="12192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48768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@PreAuthorize or SecurityConfig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3721591" y="6296663"/>
            <a:ext cx="4140203" cy="1854203"/>
            <a:chOff x="0" y="0"/>
            <a:chExt cx="5520271" cy="247227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548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520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455291"/>
                  </a:lnTo>
                  <a:cubicBezTo>
                    <a:pt x="5520182" y="2464689"/>
                    <a:pt x="5512562" y="2472182"/>
                    <a:pt x="55032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503291" y="2438400"/>
                  </a:lnTo>
                  <a:lnTo>
                    <a:pt x="5503291" y="2455291"/>
                  </a:lnTo>
                  <a:lnTo>
                    <a:pt x="5486400" y="24552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3721591" y="6296663"/>
            <a:ext cx="153419" cy="1854203"/>
            <a:chOff x="0" y="0"/>
            <a:chExt cx="204559" cy="247227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4045184" y="6492240"/>
            <a:ext cx="3657600" cy="548640"/>
            <a:chOff x="0" y="0"/>
            <a:chExt cx="4876800" cy="73152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Proceed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4045184" y="7040880"/>
            <a:ext cx="3657600" cy="914400"/>
            <a:chOff x="0" y="0"/>
            <a:chExt cx="4876800" cy="12192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48768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Controller handles request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457200" y="8412480"/>
            <a:ext cx="17373600" cy="548640"/>
            <a:chOff x="0" y="0"/>
            <a:chExt cx="23164800" cy="73152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316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2316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8717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401 Auto-logout: Axios interceptor → window.dispatchEvent('auth:logout') → Redux logout() → Navigate /login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— Entity Relationship Diagram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data model — 20+ entities across Auth, Recipe, Inventory, Procurement, Sales &amp; CRM</a:t>
              </a:r>
            </a:p>
            <a:p>
              <a:pPr algn="l">
                <a:lnSpc>
                  <a:spcPts val="2640"/>
                </a:lnSpc>
              </a:pPr>
              <a:r>
                <a:rPr lang="en-US" sz="2200" u="sng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4" tooltip="https://mermaid.ai/view/d47c6269-f766-4dc9-b7c4-ec860e13c7bc"/>
                </a:rPr>
                <a:t>Diagams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181863"/>
            <a:ext cx="5786123" cy="3865883"/>
            <a:chOff x="0" y="0"/>
            <a:chExt cx="7714831" cy="51545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6809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71474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5137531"/>
                  </a:lnTo>
                  <a:cubicBezTo>
                    <a:pt x="7714742" y="5146929"/>
                    <a:pt x="7707122" y="5154422"/>
                    <a:pt x="769785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697851" y="5120640"/>
                  </a:lnTo>
                  <a:lnTo>
                    <a:pt x="7697851" y="5137531"/>
                  </a:lnTo>
                  <a:lnTo>
                    <a:pt x="7680960" y="5137531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181863"/>
            <a:ext cx="153419" cy="3865883"/>
            <a:chOff x="0" y="0"/>
            <a:chExt cx="204559" cy="51545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5154422"/>
            </a:xfrm>
            <a:custGeom>
              <a:avLst/>
              <a:gdLst/>
              <a:ahLst/>
              <a:cxnLst/>
              <a:rect r="r" b="b" t="t" l="l"/>
              <a:pathLst>
                <a:path h="5154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37531"/>
                  </a:lnTo>
                  <a:cubicBezTo>
                    <a:pt x="204470" y="5146929"/>
                    <a:pt x="196850" y="5154422"/>
                    <a:pt x="187579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87579" y="5120640"/>
                  </a:lnTo>
                  <a:lnTo>
                    <a:pt x="187579" y="5137531"/>
                  </a:lnTo>
                  <a:lnTo>
                    <a:pt x="170688" y="5137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44503" y="2181863"/>
            <a:ext cx="5786123" cy="720347"/>
            <a:chOff x="0" y="0"/>
            <a:chExt cx="7714831" cy="9604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680960" cy="926592"/>
            </a:xfrm>
            <a:custGeom>
              <a:avLst/>
              <a:gdLst/>
              <a:ahLst/>
              <a:cxnLst/>
              <a:rect r="r" b="b" t="t" l="l"/>
              <a:pathLst>
                <a:path h="92659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14742" cy="960376"/>
            </a:xfrm>
            <a:custGeom>
              <a:avLst/>
              <a:gdLst/>
              <a:ahLst/>
              <a:cxnLst/>
              <a:rect r="r" b="b" t="t" l="l"/>
              <a:pathLst>
                <a:path h="960376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943483"/>
                  </a:lnTo>
                  <a:cubicBezTo>
                    <a:pt x="7714742" y="952881"/>
                    <a:pt x="7707122" y="960374"/>
                    <a:pt x="7697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697851" y="926592"/>
                  </a:lnTo>
                  <a:lnTo>
                    <a:pt x="7697851" y="943483"/>
                  </a:lnTo>
                  <a:lnTo>
                    <a:pt x="7680960" y="94348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48640" y="2194560"/>
            <a:ext cx="5577840" cy="694944"/>
            <a:chOff x="0" y="0"/>
            <a:chExt cx="743712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393" r="0" b="-10639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4371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8096" y="2980944"/>
            <a:ext cx="5212080" cy="2926080"/>
            <a:chOff x="0" y="0"/>
            <a:chExt cx="6949440" cy="3901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494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0" t="0" r="-2203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9494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username, email, password (BCrypt)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fullName, role: ADMIN/MANAGER/STAFF/USER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 (FK), active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70983" y="2181863"/>
            <a:ext cx="5786123" cy="3865883"/>
            <a:chOff x="0" y="0"/>
            <a:chExt cx="7714831" cy="51545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6809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71474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5137531"/>
                  </a:lnTo>
                  <a:cubicBezTo>
                    <a:pt x="7714742" y="5146929"/>
                    <a:pt x="7707122" y="5154422"/>
                    <a:pt x="769785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697851" y="5120640"/>
                  </a:lnTo>
                  <a:lnTo>
                    <a:pt x="7697851" y="5137531"/>
                  </a:lnTo>
                  <a:lnTo>
                    <a:pt x="7680960" y="5137531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70983" y="2181863"/>
            <a:ext cx="153419" cy="3865883"/>
            <a:chOff x="0" y="0"/>
            <a:chExt cx="204559" cy="5154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5154422"/>
            </a:xfrm>
            <a:custGeom>
              <a:avLst/>
              <a:gdLst/>
              <a:ahLst/>
              <a:cxnLst/>
              <a:rect r="r" b="b" t="t" l="l"/>
              <a:pathLst>
                <a:path h="5154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37531"/>
                  </a:lnTo>
                  <a:cubicBezTo>
                    <a:pt x="204470" y="5146929"/>
                    <a:pt x="196850" y="5154422"/>
                    <a:pt x="187579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87579" y="5120640"/>
                  </a:lnTo>
                  <a:lnTo>
                    <a:pt x="187579" y="5137531"/>
                  </a:lnTo>
                  <a:lnTo>
                    <a:pt x="170688" y="5137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570983" y="2181863"/>
            <a:ext cx="5786123" cy="720347"/>
            <a:chOff x="0" y="0"/>
            <a:chExt cx="7714831" cy="9604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680960" cy="926592"/>
            </a:xfrm>
            <a:custGeom>
              <a:avLst/>
              <a:gdLst/>
              <a:ahLst/>
              <a:cxnLst/>
              <a:rect r="r" b="b" t="t" l="l"/>
              <a:pathLst>
                <a:path h="92659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714742" cy="960376"/>
            </a:xfrm>
            <a:custGeom>
              <a:avLst/>
              <a:gdLst/>
              <a:ahLst/>
              <a:cxnLst/>
              <a:rect r="r" b="b" t="t" l="l"/>
              <a:pathLst>
                <a:path h="960376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943483"/>
                  </a:lnTo>
                  <a:cubicBezTo>
                    <a:pt x="7714742" y="952881"/>
                    <a:pt x="7707122" y="960374"/>
                    <a:pt x="7697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697851" y="926592"/>
                  </a:lnTo>
                  <a:lnTo>
                    <a:pt x="7697851" y="943483"/>
                  </a:lnTo>
                  <a:lnTo>
                    <a:pt x="7680960" y="94348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675120" y="2194560"/>
            <a:ext cx="5577840" cy="694944"/>
            <a:chOff x="0" y="0"/>
            <a:chExt cx="743712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393" r="0" b="-10639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4371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94576" y="2980944"/>
            <a:ext cx="5212080" cy="2926080"/>
            <a:chOff x="0" y="0"/>
            <a:chExt cx="6949440" cy="3901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494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0" t="0" r="-2203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9494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name, city, address, phone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HQ / BRANCH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active, createdAt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97463" y="2181863"/>
            <a:ext cx="5786123" cy="3865883"/>
            <a:chOff x="0" y="0"/>
            <a:chExt cx="7714831" cy="51545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6809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71474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5137531"/>
                  </a:lnTo>
                  <a:cubicBezTo>
                    <a:pt x="7714742" y="5146929"/>
                    <a:pt x="7707122" y="5154422"/>
                    <a:pt x="769785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697851" y="5120640"/>
                  </a:lnTo>
                  <a:lnTo>
                    <a:pt x="7697851" y="5137531"/>
                  </a:lnTo>
                  <a:lnTo>
                    <a:pt x="7680960" y="5137531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697463" y="2181863"/>
            <a:ext cx="153419" cy="3865883"/>
            <a:chOff x="0" y="0"/>
            <a:chExt cx="204559" cy="51545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5154422"/>
            </a:xfrm>
            <a:custGeom>
              <a:avLst/>
              <a:gdLst/>
              <a:ahLst/>
              <a:cxnLst/>
              <a:rect r="r" b="b" t="t" l="l"/>
              <a:pathLst>
                <a:path h="5154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37531"/>
                  </a:lnTo>
                  <a:cubicBezTo>
                    <a:pt x="204470" y="5146929"/>
                    <a:pt x="196850" y="5154422"/>
                    <a:pt x="187579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87579" y="5120640"/>
                  </a:lnTo>
                  <a:lnTo>
                    <a:pt x="187579" y="5137531"/>
                  </a:lnTo>
                  <a:lnTo>
                    <a:pt x="170688" y="5137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697463" y="2181863"/>
            <a:ext cx="5786123" cy="720347"/>
            <a:chOff x="0" y="0"/>
            <a:chExt cx="7714831" cy="9604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680960" cy="926592"/>
            </a:xfrm>
            <a:custGeom>
              <a:avLst/>
              <a:gdLst/>
              <a:ahLst/>
              <a:cxnLst/>
              <a:rect r="r" b="b" t="t" l="l"/>
              <a:pathLst>
                <a:path h="92659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714742" cy="960376"/>
            </a:xfrm>
            <a:custGeom>
              <a:avLst/>
              <a:gdLst/>
              <a:ahLst/>
              <a:cxnLst/>
              <a:rect r="r" b="b" t="t" l="l"/>
              <a:pathLst>
                <a:path h="960376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943483"/>
                  </a:lnTo>
                  <a:cubicBezTo>
                    <a:pt x="7714742" y="952881"/>
                    <a:pt x="7707122" y="960374"/>
                    <a:pt x="7697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697851" y="926592"/>
                  </a:lnTo>
                  <a:lnTo>
                    <a:pt x="7697851" y="943483"/>
                  </a:lnTo>
                  <a:lnTo>
                    <a:pt x="7680960" y="94348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801600" y="2194560"/>
            <a:ext cx="5577840" cy="694944"/>
            <a:chOff x="0" y="0"/>
            <a:chExt cx="743712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393" r="0" b="-10639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4371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Recipe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021056" y="2980944"/>
            <a:ext cx="5212080" cy="2926080"/>
            <a:chOff x="0" y="0"/>
            <a:chExt cx="6949440" cy="3901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494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0" t="0" r="-2203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9494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name, description, category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servings, prepTime, cookTime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costPerServing, allergens, isActive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createdBy (FK → User)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44503" y="5839463"/>
            <a:ext cx="5786123" cy="3865883"/>
            <a:chOff x="0" y="0"/>
            <a:chExt cx="7714831" cy="51545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6809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71474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5137531"/>
                  </a:lnTo>
                  <a:cubicBezTo>
                    <a:pt x="7714742" y="5146929"/>
                    <a:pt x="7707122" y="5154422"/>
                    <a:pt x="769785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697851" y="5120640"/>
                  </a:lnTo>
                  <a:lnTo>
                    <a:pt x="7697851" y="5137531"/>
                  </a:lnTo>
                  <a:lnTo>
                    <a:pt x="7680960" y="5137531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44503" y="5839463"/>
            <a:ext cx="153419" cy="3865883"/>
            <a:chOff x="0" y="0"/>
            <a:chExt cx="204559" cy="51545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706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470" cy="5154422"/>
            </a:xfrm>
            <a:custGeom>
              <a:avLst/>
              <a:gdLst/>
              <a:ahLst/>
              <a:cxnLst/>
              <a:rect r="r" b="b" t="t" l="l"/>
              <a:pathLst>
                <a:path h="5154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37531"/>
                  </a:lnTo>
                  <a:cubicBezTo>
                    <a:pt x="204470" y="5146929"/>
                    <a:pt x="196850" y="5154422"/>
                    <a:pt x="187579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87579" y="5120640"/>
                  </a:lnTo>
                  <a:lnTo>
                    <a:pt x="187579" y="5137531"/>
                  </a:lnTo>
                  <a:lnTo>
                    <a:pt x="170688" y="5137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44503" y="5839463"/>
            <a:ext cx="5786123" cy="720347"/>
            <a:chOff x="0" y="0"/>
            <a:chExt cx="7714831" cy="9604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7680960" cy="926592"/>
            </a:xfrm>
            <a:custGeom>
              <a:avLst/>
              <a:gdLst/>
              <a:ahLst/>
              <a:cxnLst/>
              <a:rect r="r" b="b" t="t" l="l"/>
              <a:pathLst>
                <a:path h="92659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714742" cy="960376"/>
            </a:xfrm>
            <a:custGeom>
              <a:avLst/>
              <a:gdLst/>
              <a:ahLst/>
              <a:cxnLst/>
              <a:rect r="r" b="b" t="t" l="l"/>
              <a:pathLst>
                <a:path h="960376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943483"/>
                  </a:lnTo>
                  <a:cubicBezTo>
                    <a:pt x="7714742" y="952881"/>
                    <a:pt x="7707122" y="960374"/>
                    <a:pt x="7697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697851" y="926592"/>
                  </a:lnTo>
                  <a:lnTo>
                    <a:pt x="7697851" y="943483"/>
                  </a:lnTo>
                  <a:lnTo>
                    <a:pt x="7680960" y="94348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48640" y="5852160"/>
            <a:ext cx="5577840" cy="694944"/>
            <a:chOff x="0" y="0"/>
            <a:chExt cx="743712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393" r="0" b="-10639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74371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Ingredient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68096" y="6638544"/>
            <a:ext cx="5212080" cy="2926080"/>
            <a:chOff x="0" y="0"/>
            <a:chExt cx="6949440" cy="3901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9494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0" t="0" r="-22030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9494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name, unit, category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costPerUnit, reorderLevel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allergens, isActive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570983" y="5839463"/>
            <a:ext cx="5786123" cy="3865883"/>
            <a:chOff x="0" y="0"/>
            <a:chExt cx="7714831" cy="51545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76809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71474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5137531"/>
                  </a:lnTo>
                  <a:cubicBezTo>
                    <a:pt x="7714742" y="5146929"/>
                    <a:pt x="7707122" y="5154422"/>
                    <a:pt x="769785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697851" y="5120640"/>
                  </a:lnTo>
                  <a:lnTo>
                    <a:pt x="7697851" y="5137531"/>
                  </a:lnTo>
                  <a:lnTo>
                    <a:pt x="7680960" y="5137531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570983" y="5839463"/>
            <a:ext cx="153419" cy="3865883"/>
            <a:chOff x="0" y="0"/>
            <a:chExt cx="204559" cy="515451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706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4470" cy="5154422"/>
            </a:xfrm>
            <a:custGeom>
              <a:avLst/>
              <a:gdLst/>
              <a:ahLst/>
              <a:cxnLst/>
              <a:rect r="r" b="b" t="t" l="l"/>
              <a:pathLst>
                <a:path h="5154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37531"/>
                  </a:lnTo>
                  <a:cubicBezTo>
                    <a:pt x="204470" y="5146929"/>
                    <a:pt x="196850" y="5154422"/>
                    <a:pt x="187579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87579" y="5120640"/>
                  </a:lnTo>
                  <a:lnTo>
                    <a:pt x="187579" y="5137531"/>
                  </a:lnTo>
                  <a:lnTo>
                    <a:pt x="170688" y="5137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570983" y="5839463"/>
            <a:ext cx="5786123" cy="720347"/>
            <a:chOff x="0" y="0"/>
            <a:chExt cx="7714831" cy="96046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7680960" cy="926592"/>
            </a:xfrm>
            <a:custGeom>
              <a:avLst/>
              <a:gdLst/>
              <a:ahLst/>
              <a:cxnLst/>
              <a:rect r="r" b="b" t="t" l="l"/>
              <a:pathLst>
                <a:path h="92659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714742" cy="960376"/>
            </a:xfrm>
            <a:custGeom>
              <a:avLst/>
              <a:gdLst/>
              <a:ahLst/>
              <a:cxnLst/>
              <a:rect r="r" b="b" t="t" l="l"/>
              <a:pathLst>
                <a:path h="960376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943483"/>
                  </a:lnTo>
                  <a:cubicBezTo>
                    <a:pt x="7714742" y="952881"/>
                    <a:pt x="7707122" y="960374"/>
                    <a:pt x="7697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697851" y="926592"/>
                  </a:lnTo>
                  <a:lnTo>
                    <a:pt x="7697851" y="943483"/>
                  </a:lnTo>
                  <a:lnTo>
                    <a:pt x="7680960" y="94348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675120" y="5852160"/>
            <a:ext cx="5577840" cy="694944"/>
            <a:chOff x="0" y="0"/>
            <a:chExt cx="743712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393" r="0" b="-10639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4371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InventoryItem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94576" y="6638544"/>
            <a:ext cx="5212080" cy="2926080"/>
            <a:chOff x="0" y="0"/>
            <a:chExt cx="6949440" cy="3901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9494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0" t="0" r="-22030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9494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ingredient_id (FK), branch_id (FK)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currentQty, minStockLevel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lastUpdated, expiryDate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697463" y="5839463"/>
            <a:ext cx="5786123" cy="3865883"/>
            <a:chOff x="0" y="0"/>
            <a:chExt cx="7714831" cy="51545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6809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71474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5137531"/>
                  </a:lnTo>
                  <a:cubicBezTo>
                    <a:pt x="7714742" y="5146929"/>
                    <a:pt x="7707122" y="5154422"/>
                    <a:pt x="769785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697851" y="5120640"/>
                  </a:lnTo>
                  <a:lnTo>
                    <a:pt x="7697851" y="5137531"/>
                  </a:lnTo>
                  <a:lnTo>
                    <a:pt x="7680960" y="5137531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697463" y="5839463"/>
            <a:ext cx="153419" cy="3865883"/>
            <a:chOff x="0" y="0"/>
            <a:chExt cx="204559" cy="51545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706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04470" cy="5154422"/>
            </a:xfrm>
            <a:custGeom>
              <a:avLst/>
              <a:gdLst/>
              <a:ahLst/>
              <a:cxnLst/>
              <a:rect r="r" b="b" t="t" l="l"/>
              <a:pathLst>
                <a:path h="5154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37531"/>
                  </a:lnTo>
                  <a:cubicBezTo>
                    <a:pt x="204470" y="5146929"/>
                    <a:pt x="196850" y="5154422"/>
                    <a:pt x="187579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87579" y="5120640"/>
                  </a:lnTo>
                  <a:lnTo>
                    <a:pt x="187579" y="5137531"/>
                  </a:lnTo>
                  <a:lnTo>
                    <a:pt x="170688" y="5137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697463" y="5839463"/>
            <a:ext cx="5786123" cy="720347"/>
            <a:chOff x="0" y="0"/>
            <a:chExt cx="7714831" cy="96046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7680960" cy="926592"/>
            </a:xfrm>
            <a:custGeom>
              <a:avLst/>
              <a:gdLst/>
              <a:ahLst/>
              <a:cxnLst/>
              <a:rect r="r" b="b" t="t" l="l"/>
              <a:pathLst>
                <a:path h="92659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714742" cy="960376"/>
            </a:xfrm>
            <a:custGeom>
              <a:avLst/>
              <a:gdLst/>
              <a:ahLst/>
              <a:cxnLst/>
              <a:rect r="r" b="b" t="t" l="l"/>
              <a:pathLst>
                <a:path h="960376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943483"/>
                  </a:lnTo>
                  <a:cubicBezTo>
                    <a:pt x="7714742" y="952881"/>
                    <a:pt x="7707122" y="960374"/>
                    <a:pt x="7697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697851" y="926592"/>
                  </a:lnTo>
                  <a:lnTo>
                    <a:pt x="7697851" y="943483"/>
                  </a:lnTo>
                  <a:lnTo>
                    <a:pt x="7680960" y="94348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801600" y="5852160"/>
            <a:ext cx="5577840" cy="694944"/>
            <a:chOff x="0" y="0"/>
            <a:chExt cx="743712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393" r="0" b="-10639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74371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021056" y="6638544"/>
            <a:ext cx="5212080" cy="2926080"/>
            <a:chOff x="0" y="0"/>
            <a:chExt cx="6949440" cy="3901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9494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0" t="0" r="-22030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69494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name, phone, email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loyaltyPoints, tier: BRONZE/SILVER/GOLD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totalSpend, visitCount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620256" y="3511296"/>
            <a:ext cx="2743200" cy="402336"/>
            <a:chOff x="0" y="0"/>
            <a:chExt cx="3657600" cy="5364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36576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8BA5B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1:N (User → Branch)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57200" y="9418320"/>
            <a:ext cx="17373600" cy="402336"/>
            <a:chOff x="0" y="0"/>
            <a:chExt cx="23164800" cy="5364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3164800" cy="536448"/>
            </a:xfrm>
            <a:custGeom>
              <a:avLst/>
              <a:gdLst/>
              <a:ahLst/>
              <a:cxnLst/>
              <a:rect r="r" b="b" t="t" l="l"/>
              <a:pathLst>
                <a:path h="5364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1399" r="0" b="-79139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3164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8BA5B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N:M (Recipe ↔ Ingredient via RecipeIngredient)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— Frontend Page Map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60+ pages across 13 modules — React Router v6 with role-based RoleRoute guards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273303"/>
            <a:ext cx="5639819" cy="1671323"/>
            <a:chOff x="0" y="0"/>
            <a:chExt cx="7519759" cy="22284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273303"/>
            <a:ext cx="153419" cy="1671323"/>
            <a:chOff x="0" y="0"/>
            <a:chExt cx="204559" cy="22284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8096" y="2395728"/>
            <a:ext cx="5120640" cy="512064"/>
            <a:chOff x="0" y="0"/>
            <a:chExt cx="682752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8096" y="2926080"/>
            <a:ext cx="5120640" cy="822960"/>
            <a:chOff x="0" y="0"/>
            <a:chExt cx="682752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/login, /register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24679" y="2273303"/>
            <a:ext cx="5639819" cy="1671323"/>
            <a:chOff x="0" y="0"/>
            <a:chExt cx="7519759" cy="22284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24679" y="2273303"/>
            <a:ext cx="153419" cy="1671323"/>
            <a:chOff x="0" y="0"/>
            <a:chExt cx="204559" cy="22284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748272" y="2395728"/>
            <a:ext cx="5120640" cy="512064"/>
            <a:chOff x="0" y="0"/>
            <a:chExt cx="682752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748272" y="2926080"/>
            <a:ext cx="5120640" cy="822960"/>
            <a:chOff x="0" y="0"/>
            <a:chExt cx="682752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/fooderp/dashboard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404855" y="2273303"/>
            <a:ext cx="5639819" cy="1671323"/>
            <a:chOff x="0" y="0"/>
            <a:chExt cx="7519759" cy="22284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04855" y="2273303"/>
            <a:ext cx="153419" cy="1671323"/>
            <a:chOff x="0" y="0"/>
            <a:chExt cx="204559" cy="22284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728448" y="2395728"/>
            <a:ext cx="5120640" cy="512064"/>
            <a:chOff x="0" y="0"/>
            <a:chExt cx="682752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Recipes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728448" y="2926080"/>
            <a:ext cx="5120640" cy="822960"/>
            <a:chOff x="0" y="0"/>
            <a:chExt cx="682752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list, detail, add/edit, produce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44503" y="4193543"/>
            <a:ext cx="5639819" cy="1671323"/>
            <a:chOff x="0" y="0"/>
            <a:chExt cx="7519759" cy="22284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44503" y="4193543"/>
            <a:ext cx="153419" cy="1671323"/>
            <a:chOff x="0" y="0"/>
            <a:chExt cx="204559" cy="222843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68096" y="4315968"/>
            <a:ext cx="5120640" cy="512064"/>
            <a:chOff x="0" y="0"/>
            <a:chExt cx="682752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68096" y="4846320"/>
            <a:ext cx="5120640" cy="822960"/>
            <a:chOff x="0" y="0"/>
            <a:chExt cx="682752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raw-materials, finished-goods, stock-in/out, transfers, wastage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424679" y="4193543"/>
            <a:ext cx="5639819" cy="1671323"/>
            <a:chOff x="0" y="0"/>
            <a:chExt cx="7519759" cy="22284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424679" y="4193543"/>
            <a:ext cx="153419" cy="1671323"/>
            <a:chOff x="0" y="0"/>
            <a:chExt cx="204559" cy="22284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748272" y="4315968"/>
            <a:ext cx="5120640" cy="512064"/>
            <a:chOff x="0" y="0"/>
            <a:chExt cx="682752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Procurement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748272" y="4846320"/>
            <a:ext cx="5120640" cy="822960"/>
            <a:chOff x="0" y="0"/>
            <a:chExt cx="682752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suppliers, vendors, indent, purchase-orders, GRN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404855" y="4193543"/>
            <a:ext cx="5639819" cy="1671323"/>
            <a:chOff x="0" y="0"/>
            <a:chExt cx="7519759" cy="222843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404855" y="4193543"/>
            <a:ext cx="153419" cy="1671323"/>
            <a:chOff x="0" y="0"/>
            <a:chExt cx="204559" cy="222843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728448" y="4315968"/>
            <a:ext cx="5120640" cy="512064"/>
            <a:chOff x="0" y="0"/>
            <a:chExt cx="682752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Meal Planning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728448" y="4846320"/>
            <a:ext cx="5120640" cy="822960"/>
            <a:chOff x="0" y="0"/>
            <a:chExt cx="6827520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weekly plans, push to branches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44503" y="6113783"/>
            <a:ext cx="5639819" cy="1671323"/>
            <a:chOff x="0" y="0"/>
            <a:chExt cx="7519759" cy="222843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44503" y="6113783"/>
            <a:ext cx="153419" cy="1671323"/>
            <a:chOff x="0" y="0"/>
            <a:chExt cx="204559" cy="22284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68096" y="6236208"/>
            <a:ext cx="5120640" cy="512064"/>
            <a:chOff x="0" y="0"/>
            <a:chExt cx="682752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Menu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68096" y="6766560"/>
            <a:ext cx="5120640" cy="822960"/>
            <a:chOff x="0" y="0"/>
            <a:chExt cx="6827520" cy="10972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menus, items, QR ordering, seasonal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424679" y="6113783"/>
            <a:ext cx="5639819" cy="1671323"/>
            <a:chOff x="0" y="0"/>
            <a:chExt cx="7519759" cy="222843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424679" y="6113783"/>
            <a:ext cx="153419" cy="1671323"/>
            <a:chOff x="0" y="0"/>
            <a:chExt cx="204559" cy="222843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748272" y="6236208"/>
            <a:ext cx="5120640" cy="512064"/>
            <a:chOff x="0" y="0"/>
            <a:chExt cx="682752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748272" y="6766560"/>
            <a:ext cx="5120640" cy="822960"/>
            <a:chOff x="0" y="0"/>
            <a:chExt cx="6827520" cy="10972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daily-sales, shift-summary, revenue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404855" y="6113783"/>
            <a:ext cx="5639819" cy="1671323"/>
            <a:chOff x="0" y="0"/>
            <a:chExt cx="7519759" cy="22284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404855" y="6113783"/>
            <a:ext cx="153419" cy="1671323"/>
            <a:chOff x="0" y="0"/>
            <a:chExt cx="204559" cy="222843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728448" y="6236208"/>
            <a:ext cx="5120640" cy="512064"/>
            <a:chOff x="0" y="0"/>
            <a:chExt cx="6827520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CRM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728448" y="6766560"/>
            <a:ext cx="5120640" cy="822960"/>
            <a:chOff x="0" y="0"/>
            <a:chExt cx="6827520" cy="10972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customers, loyalty tiers, analytics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444503" y="8034023"/>
            <a:ext cx="5639819" cy="1671323"/>
            <a:chOff x="0" y="0"/>
            <a:chExt cx="7519759" cy="222843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444503" y="8034023"/>
            <a:ext cx="153419" cy="1671323"/>
            <a:chOff x="0" y="0"/>
            <a:chExt cx="204559" cy="222843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768096" y="8156448"/>
            <a:ext cx="5120640" cy="512064"/>
            <a:chOff x="0" y="0"/>
            <a:chExt cx="6827520" cy="68275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768096" y="8686800"/>
            <a:ext cx="5120640" cy="822960"/>
            <a:chOff x="0" y="0"/>
            <a:chExt cx="6827520" cy="109728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batch log, recipe-based production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6424679" y="8034023"/>
            <a:ext cx="5639819" cy="1671323"/>
            <a:chOff x="0" y="0"/>
            <a:chExt cx="7519759" cy="222843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6424679" y="8034023"/>
            <a:ext cx="153419" cy="1671323"/>
            <a:chOff x="0" y="0"/>
            <a:chExt cx="204559" cy="2228431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6748272" y="8156448"/>
            <a:ext cx="5120640" cy="512064"/>
            <a:chOff x="0" y="0"/>
            <a:chExt cx="6827520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6748272" y="8686800"/>
            <a:ext cx="5120640" cy="822960"/>
            <a:chOff x="0" y="0"/>
            <a:chExt cx="6827520" cy="109728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inventory, sales, cost, branch-compare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404855" y="8034023"/>
            <a:ext cx="5639819" cy="1671323"/>
            <a:chOff x="0" y="0"/>
            <a:chExt cx="7519759" cy="222843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404855" y="8034023"/>
            <a:ext cx="153419" cy="1671323"/>
            <a:chOff x="0" y="0"/>
            <a:chExt cx="204559" cy="222843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2728448" y="8156448"/>
            <a:ext cx="5120640" cy="512064"/>
            <a:chOff x="0" y="0"/>
            <a:chExt cx="6827520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728448" y="8686800"/>
            <a:ext cx="5120640" cy="822960"/>
            <a:chOff x="0" y="0"/>
            <a:chExt cx="6827520" cy="10972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users, branches, audit logs, AI chat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444503" y="9954263"/>
            <a:ext cx="5639819" cy="1671323"/>
            <a:chOff x="0" y="0"/>
            <a:chExt cx="7519759" cy="222843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74858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75196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211451"/>
                  </a:lnTo>
                  <a:cubicBezTo>
                    <a:pt x="7519670" y="2220849"/>
                    <a:pt x="7512050" y="2228342"/>
                    <a:pt x="75027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502779" y="2194560"/>
                  </a:lnTo>
                  <a:lnTo>
                    <a:pt x="7502779" y="2211451"/>
                  </a:lnTo>
                  <a:lnTo>
                    <a:pt x="7485888" y="221145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444503" y="9954263"/>
            <a:ext cx="153419" cy="1671323"/>
            <a:chOff x="0" y="0"/>
            <a:chExt cx="204559" cy="2228431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768096" y="10076688"/>
            <a:ext cx="5120640" cy="512064"/>
            <a:chOff x="0" y="0"/>
            <a:chExt cx="6827520" cy="68275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Notifications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768096" y="10607040"/>
            <a:ext cx="5120640" cy="822960"/>
            <a:chOff x="0" y="0"/>
            <a:chExt cx="6827520" cy="109728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alerts, low-stock, approvals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— Role-Based Access Control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Security enforced at React route guards AND Spring @PreAuthorize annotations simultaneously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218439"/>
            <a:ext cx="4085339" cy="7249163"/>
            <a:chOff x="0" y="0"/>
            <a:chExt cx="5447119" cy="9665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413248" cy="9631681"/>
            </a:xfrm>
            <a:custGeom>
              <a:avLst/>
              <a:gdLst/>
              <a:ahLst/>
              <a:cxnLst/>
              <a:rect r="r" b="b" t="t" l="l"/>
              <a:pathLst>
                <a:path h="9631681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47030" cy="9665462"/>
            </a:xfrm>
            <a:custGeom>
              <a:avLst/>
              <a:gdLst/>
              <a:ahLst/>
              <a:cxnLst/>
              <a:rect r="r" b="b" t="t" l="l"/>
              <a:pathLst>
                <a:path h="96654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648572"/>
                  </a:lnTo>
                  <a:cubicBezTo>
                    <a:pt x="5447030" y="9657969"/>
                    <a:pt x="5439410" y="9665462"/>
                    <a:pt x="5430139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430139" y="9631680"/>
                  </a:lnTo>
                  <a:lnTo>
                    <a:pt x="5430139" y="9648572"/>
                  </a:lnTo>
                  <a:lnTo>
                    <a:pt x="5413248" y="9648572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218439"/>
            <a:ext cx="153419" cy="7249163"/>
            <a:chOff x="0" y="0"/>
            <a:chExt cx="204559" cy="9665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9631681"/>
            </a:xfrm>
            <a:custGeom>
              <a:avLst/>
              <a:gdLst/>
              <a:ahLst/>
              <a:cxnLst/>
              <a:rect r="r" b="b" t="t" l="l"/>
              <a:pathLst>
                <a:path h="96316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9665462"/>
            </a:xfrm>
            <a:custGeom>
              <a:avLst/>
              <a:gdLst/>
              <a:ahLst/>
              <a:cxnLst/>
              <a:rect r="r" b="b" t="t" l="l"/>
              <a:pathLst>
                <a:path h="96654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9648572"/>
                  </a:lnTo>
                  <a:cubicBezTo>
                    <a:pt x="204470" y="9657969"/>
                    <a:pt x="196850" y="9665462"/>
                    <a:pt x="187579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87579" y="9631680"/>
                  </a:lnTo>
                  <a:lnTo>
                    <a:pt x="187579" y="9648572"/>
                  </a:lnTo>
                  <a:lnTo>
                    <a:pt x="170688" y="96485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44503" y="2218439"/>
            <a:ext cx="4085339" cy="903227"/>
            <a:chOff x="0" y="0"/>
            <a:chExt cx="5447119" cy="1204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4132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47030" cy="1204216"/>
            </a:xfrm>
            <a:custGeom>
              <a:avLst/>
              <a:gdLst/>
              <a:ahLst/>
              <a:cxnLst/>
              <a:rect r="r" b="b" t="t" l="l"/>
              <a:pathLst>
                <a:path h="120421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87323"/>
                  </a:lnTo>
                  <a:cubicBezTo>
                    <a:pt x="5447030" y="1196721"/>
                    <a:pt x="5439410" y="1204214"/>
                    <a:pt x="5430139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5430139" y="1170432"/>
                  </a:lnTo>
                  <a:lnTo>
                    <a:pt x="5430139" y="1187323"/>
                  </a:lnTo>
                  <a:lnTo>
                    <a:pt x="5413248" y="11873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57200" y="2231136"/>
            <a:ext cx="4059936" cy="877824"/>
            <a:chOff x="0" y="0"/>
            <a:chExt cx="5413248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132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413248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6384" y="3255264"/>
            <a:ext cx="3566160" cy="694944"/>
            <a:chOff x="0" y="0"/>
            <a:chExt cx="475488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system access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6384" y="4096512"/>
            <a:ext cx="3566160" cy="694944"/>
            <a:chOff x="0" y="0"/>
            <a:chExt cx="475488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management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6384" y="4937760"/>
            <a:ext cx="3566160" cy="694944"/>
            <a:chOff x="0" y="0"/>
            <a:chExt cx="475488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 management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6384" y="5779008"/>
            <a:ext cx="3566160" cy="694944"/>
            <a:chOff x="0" y="0"/>
            <a:chExt cx="475488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 logs &amp; analytics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6384" y="6620256"/>
            <a:ext cx="3566160" cy="694944"/>
            <a:chOff x="0" y="0"/>
            <a:chExt cx="47548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Vendor approvals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6384" y="7461504"/>
            <a:ext cx="3566160" cy="694944"/>
            <a:chOff x="0" y="0"/>
            <a:chExt cx="475488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Push plans to branches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86384" y="8302752"/>
            <a:ext cx="3566160" cy="694944"/>
            <a:chOff x="0" y="0"/>
            <a:chExt cx="475488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chat assistant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888487" y="2218439"/>
            <a:ext cx="4085339" cy="7249163"/>
            <a:chOff x="0" y="0"/>
            <a:chExt cx="5447119" cy="96655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413248" cy="9631681"/>
            </a:xfrm>
            <a:custGeom>
              <a:avLst/>
              <a:gdLst/>
              <a:ahLst/>
              <a:cxnLst/>
              <a:rect r="r" b="b" t="t" l="l"/>
              <a:pathLst>
                <a:path h="9631681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47030" cy="9665462"/>
            </a:xfrm>
            <a:custGeom>
              <a:avLst/>
              <a:gdLst/>
              <a:ahLst/>
              <a:cxnLst/>
              <a:rect r="r" b="b" t="t" l="l"/>
              <a:pathLst>
                <a:path h="96654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648572"/>
                  </a:lnTo>
                  <a:cubicBezTo>
                    <a:pt x="5447030" y="9657969"/>
                    <a:pt x="5439410" y="9665462"/>
                    <a:pt x="5430139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430139" y="9631680"/>
                  </a:lnTo>
                  <a:lnTo>
                    <a:pt x="5430139" y="9648572"/>
                  </a:lnTo>
                  <a:lnTo>
                    <a:pt x="5413248" y="9648572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888487" y="2218439"/>
            <a:ext cx="153419" cy="7249163"/>
            <a:chOff x="0" y="0"/>
            <a:chExt cx="204559" cy="96655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70688" cy="9631681"/>
            </a:xfrm>
            <a:custGeom>
              <a:avLst/>
              <a:gdLst/>
              <a:ahLst/>
              <a:cxnLst/>
              <a:rect r="r" b="b" t="t" l="l"/>
              <a:pathLst>
                <a:path h="96316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4470" cy="9665462"/>
            </a:xfrm>
            <a:custGeom>
              <a:avLst/>
              <a:gdLst/>
              <a:ahLst/>
              <a:cxnLst/>
              <a:rect r="r" b="b" t="t" l="l"/>
              <a:pathLst>
                <a:path h="96654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9648572"/>
                  </a:lnTo>
                  <a:cubicBezTo>
                    <a:pt x="204470" y="9657969"/>
                    <a:pt x="196850" y="9665462"/>
                    <a:pt x="187579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87579" y="9631680"/>
                  </a:lnTo>
                  <a:lnTo>
                    <a:pt x="187579" y="9648572"/>
                  </a:lnTo>
                  <a:lnTo>
                    <a:pt x="170688" y="96485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888487" y="2218439"/>
            <a:ext cx="4085339" cy="903227"/>
            <a:chOff x="0" y="0"/>
            <a:chExt cx="5447119" cy="12043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4132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47030" cy="1204216"/>
            </a:xfrm>
            <a:custGeom>
              <a:avLst/>
              <a:gdLst/>
              <a:ahLst/>
              <a:cxnLst/>
              <a:rect r="r" b="b" t="t" l="l"/>
              <a:pathLst>
                <a:path h="120421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87323"/>
                  </a:lnTo>
                  <a:cubicBezTo>
                    <a:pt x="5447030" y="1196721"/>
                    <a:pt x="5439410" y="1204214"/>
                    <a:pt x="5430139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5430139" y="1170432"/>
                  </a:lnTo>
                  <a:lnTo>
                    <a:pt x="5430139" y="1187323"/>
                  </a:lnTo>
                  <a:lnTo>
                    <a:pt x="5413248" y="11873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901184" y="2231136"/>
            <a:ext cx="4059936" cy="877824"/>
            <a:chOff x="0" y="0"/>
            <a:chExt cx="5413248" cy="11704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132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413248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MANAGER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230368" y="3255264"/>
            <a:ext cx="3566160" cy="694944"/>
            <a:chOff x="0" y="0"/>
            <a:chExt cx="475488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operations access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230368" y="4096512"/>
            <a:ext cx="3566160" cy="694944"/>
            <a:chOff x="0" y="0"/>
            <a:chExt cx="475488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Approve procurement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230368" y="4937760"/>
            <a:ext cx="3566160" cy="694944"/>
            <a:chOff x="0" y="0"/>
            <a:chExt cx="4754880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staff &amp; shifts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230368" y="5779008"/>
            <a:ext cx="3566160" cy="694944"/>
            <a:chOff x="0" y="0"/>
            <a:chExt cx="475488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analytics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230368" y="6620256"/>
            <a:ext cx="3566160" cy="694944"/>
            <a:chOff x="0" y="0"/>
            <a:chExt cx="4754880" cy="9265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CRM &amp; sales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230368" y="7461504"/>
            <a:ext cx="3566160" cy="694944"/>
            <a:chOff x="0" y="0"/>
            <a:chExt cx="4754880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 planning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230368" y="8302752"/>
            <a:ext cx="3566160" cy="694944"/>
            <a:chOff x="0" y="0"/>
            <a:chExt cx="475488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admin panel access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32471" y="2218439"/>
            <a:ext cx="4085339" cy="7249163"/>
            <a:chOff x="0" y="0"/>
            <a:chExt cx="5447119" cy="966555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413248" cy="9631681"/>
            </a:xfrm>
            <a:custGeom>
              <a:avLst/>
              <a:gdLst/>
              <a:ahLst/>
              <a:cxnLst/>
              <a:rect r="r" b="b" t="t" l="l"/>
              <a:pathLst>
                <a:path h="9631681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447030" cy="9665462"/>
            </a:xfrm>
            <a:custGeom>
              <a:avLst/>
              <a:gdLst/>
              <a:ahLst/>
              <a:cxnLst/>
              <a:rect r="r" b="b" t="t" l="l"/>
              <a:pathLst>
                <a:path h="96654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648572"/>
                  </a:lnTo>
                  <a:cubicBezTo>
                    <a:pt x="5447030" y="9657969"/>
                    <a:pt x="5439410" y="9665462"/>
                    <a:pt x="5430139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430139" y="9631680"/>
                  </a:lnTo>
                  <a:lnTo>
                    <a:pt x="5430139" y="9648572"/>
                  </a:lnTo>
                  <a:lnTo>
                    <a:pt x="5413248" y="9648572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332471" y="2218439"/>
            <a:ext cx="153419" cy="7249163"/>
            <a:chOff x="0" y="0"/>
            <a:chExt cx="204559" cy="96655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70688" cy="9631681"/>
            </a:xfrm>
            <a:custGeom>
              <a:avLst/>
              <a:gdLst/>
              <a:ahLst/>
              <a:cxnLst/>
              <a:rect r="r" b="b" t="t" l="l"/>
              <a:pathLst>
                <a:path h="96316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4470" cy="9665462"/>
            </a:xfrm>
            <a:custGeom>
              <a:avLst/>
              <a:gdLst/>
              <a:ahLst/>
              <a:cxnLst/>
              <a:rect r="r" b="b" t="t" l="l"/>
              <a:pathLst>
                <a:path h="96654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9648572"/>
                  </a:lnTo>
                  <a:cubicBezTo>
                    <a:pt x="204470" y="9657969"/>
                    <a:pt x="196850" y="9665462"/>
                    <a:pt x="187579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87579" y="9631680"/>
                  </a:lnTo>
                  <a:lnTo>
                    <a:pt x="187579" y="9648572"/>
                  </a:lnTo>
                  <a:lnTo>
                    <a:pt x="170688" y="96485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332471" y="2218439"/>
            <a:ext cx="4085339" cy="903227"/>
            <a:chOff x="0" y="0"/>
            <a:chExt cx="5447119" cy="120430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54132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447030" cy="1204216"/>
            </a:xfrm>
            <a:custGeom>
              <a:avLst/>
              <a:gdLst/>
              <a:ahLst/>
              <a:cxnLst/>
              <a:rect r="r" b="b" t="t" l="l"/>
              <a:pathLst>
                <a:path h="120421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87323"/>
                  </a:lnTo>
                  <a:cubicBezTo>
                    <a:pt x="5447030" y="1196721"/>
                    <a:pt x="5439410" y="1204214"/>
                    <a:pt x="5430139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5430139" y="1170432"/>
                  </a:lnTo>
                  <a:lnTo>
                    <a:pt x="5430139" y="1187323"/>
                  </a:lnTo>
                  <a:lnTo>
                    <a:pt x="5413248" y="11873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345168" y="2231136"/>
            <a:ext cx="4059936" cy="877824"/>
            <a:chOff x="0" y="0"/>
            <a:chExt cx="5413248" cy="117043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4132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413248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STAFF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674352" y="3255264"/>
            <a:ext cx="3566160" cy="694944"/>
            <a:chOff x="0" y="0"/>
            <a:chExt cx="475488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Recipes CRUD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74352" y="4096512"/>
            <a:ext cx="3566160" cy="694944"/>
            <a:chOff x="0" y="0"/>
            <a:chExt cx="4754880" cy="9265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 operations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674352" y="4937760"/>
            <a:ext cx="3566160" cy="694944"/>
            <a:chOff x="0" y="0"/>
            <a:chExt cx="475488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 workflow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674352" y="5779008"/>
            <a:ext cx="3566160" cy="694944"/>
            <a:chOff x="0" y="0"/>
            <a:chExt cx="4754880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sales entry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674352" y="6620256"/>
            <a:ext cx="3566160" cy="694944"/>
            <a:chOff x="0" y="0"/>
            <a:chExt cx="4754880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 logging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674352" y="7461504"/>
            <a:ext cx="3566160" cy="694944"/>
            <a:chOff x="0" y="0"/>
            <a:chExt cx="4754880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CRM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674352" y="8302752"/>
            <a:ext cx="3566160" cy="694944"/>
            <a:chOff x="0" y="0"/>
            <a:chExt cx="4754880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admin access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776455" y="2218439"/>
            <a:ext cx="4085339" cy="7249163"/>
            <a:chOff x="0" y="0"/>
            <a:chExt cx="5447119" cy="966555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5413248" cy="9631681"/>
            </a:xfrm>
            <a:custGeom>
              <a:avLst/>
              <a:gdLst/>
              <a:ahLst/>
              <a:cxnLst/>
              <a:rect r="r" b="b" t="t" l="l"/>
              <a:pathLst>
                <a:path h="9631681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447030" cy="9665462"/>
            </a:xfrm>
            <a:custGeom>
              <a:avLst/>
              <a:gdLst/>
              <a:ahLst/>
              <a:cxnLst/>
              <a:rect r="r" b="b" t="t" l="l"/>
              <a:pathLst>
                <a:path h="96654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648572"/>
                  </a:lnTo>
                  <a:cubicBezTo>
                    <a:pt x="5447030" y="9657969"/>
                    <a:pt x="5439410" y="9665462"/>
                    <a:pt x="5430139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430139" y="9631680"/>
                  </a:lnTo>
                  <a:lnTo>
                    <a:pt x="5430139" y="9648572"/>
                  </a:lnTo>
                  <a:lnTo>
                    <a:pt x="5413248" y="9648572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776455" y="2218439"/>
            <a:ext cx="153419" cy="7249163"/>
            <a:chOff x="0" y="0"/>
            <a:chExt cx="204559" cy="966555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70688" cy="9631681"/>
            </a:xfrm>
            <a:custGeom>
              <a:avLst/>
              <a:gdLst/>
              <a:ahLst/>
              <a:cxnLst/>
              <a:rect r="r" b="b" t="t" l="l"/>
              <a:pathLst>
                <a:path h="96316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04470" cy="9665462"/>
            </a:xfrm>
            <a:custGeom>
              <a:avLst/>
              <a:gdLst/>
              <a:ahLst/>
              <a:cxnLst/>
              <a:rect r="r" b="b" t="t" l="l"/>
              <a:pathLst>
                <a:path h="96654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9648572"/>
                  </a:lnTo>
                  <a:cubicBezTo>
                    <a:pt x="204470" y="9657969"/>
                    <a:pt x="196850" y="9665462"/>
                    <a:pt x="187579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87579" y="9631680"/>
                  </a:lnTo>
                  <a:lnTo>
                    <a:pt x="187579" y="9648572"/>
                  </a:lnTo>
                  <a:lnTo>
                    <a:pt x="170688" y="96485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3776455" y="2218439"/>
            <a:ext cx="4085339" cy="903227"/>
            <a:chOff x="0" y="0"/>
            <a:chExt cx="5447119" cy="120430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54132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447030" cy="1204216"/>
            </a:xfrm>
            <a:custGeom>
              <a:avLst/>
              <a:gdLst/>
              <a:ahLst/>
              <a:cxnLst/>
              <a:rect r="r" b="b" t="t" l="l"/>
              <a:pathLst>
                <a:path h="120421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87323"/>
                  </a:lnTo>
                  <a:cubicBezTo>
                    <a:pt x="5447030" y="1196721"/>
                    <a:pt x="5439410" y="1204214"/>
                    <a:pt x="5430139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5430139" y="1170432"/>
                  </a:lnTo>
                  <a:lnTo>
                    <a:pt x="5430139" y="1187323"/>
                  </a:lnTo>
                  <a:lnTo>
                    <a:pt x="5413248" y="11873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3789152" y="2231136"/>
            <a:ext cx="4059936" cy="877824"/>
            <a:chOff x="0" y="0"/>
            <a:chExt cx="5413248" cy="117043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4132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5413248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4118336" y="3255264"/>
            <a:ext cx="3566160" cy="694944"/>
            <a:chOff x="0" y="0"/>
            <a:chExt cx="4754880" cy="9265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Read-only inventory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4118336" y="4096512"/>
            <a:ext cx="3566160" cy="694944"/>
            <a:chOff x="0" y="0"/>
            <a:chExt cx="4754880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recipes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4118336" y="4937760"/>
            <a:ext cx="3566160" cy="694944"/>
            <a:chOff x="0" y="0"/>
            <a:chExt cx="4754880" cy="92659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menu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118336" y="5779008"/>
            <a:ext cx="3566160" cy="694944"/>
            <a:chOff x="0" y="0"/>
            <a:chExt cx="4754880" cy="92659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Place QR orders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4118336" y="6620256"/>
            <a:ext cx="3566160" cy="694944"/>
            <a:chOff x="0" y="0"/>
            <a:chExt cx="4754880" cy="92659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 loyalty points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118336" y="7461504"/>
            <a:ext cx="3566160" cy="694944"/>
            <a:chOff x="0" y="0"/>
            <a:chExt cx="4754880" cy="92659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write access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4118336" y="8302752"/>
            <a:ext cx="3566160" cy="694944"/>
            <a:chOff x="0" y="0"/>
            <a:chExt cx="4754880" cy="92659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Auditors / stakeholders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457200" y="9601200"/>
            <a:ext cx="17373600" cy="457200"/>
            <a:chOff x="0" y="0"/>
            <a:chExt cx="23164800" cy="6096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3164800" cy="609600"/>
            </a:xfrm>
            <a:custGeom>
              <a:avLst/>
              <a:gdLst/>
              <a:ahLst/>
              <a:cxnLst/>
              <a:rect r="r" b="b" t="t" l="l"/>
              <a:pathLst>
                <a:path h="6096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431" r="0" b="-690431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23164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8BA5B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Public QR Menu endpoints: explicitly set to permit-all in Spring SecurityConfig — no auth required for customer-facing ordering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— Procurement Workflow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Material Indent → Purchase Order → Goods Received Note pipeline with supplier ratings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273303"/>
            <a:ext cx="17435579" cy="1342139"/>
            <a:chOff x="0" y="0"/>
            <a:chExt cx="23247439" cy="17895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321356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3213569">
                  <a:moveTo>
                    <a:pt x="0" y="0"/>
                  </a:moveTo>
                  <a:lnTo>
                    <a:pt x="23213569" y="0"/>
                  </a:lnTo>
                  <a:lnTo>
                    <a:pt x="2321356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24735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3247350">
                  <a:moveTo>
                    <a:pt x="16891" y="0"/>
                  </a:moveTo>
                  <a:lnTo>
                    <a:pt x="23230460" y="0"/>
                  </a:lnTo>
                  <a:cubicBezTo>
                    <a:pt x="23239857" y="0"/>
                    <a:pt x="23247350" y="7620"/>
                    <a:pt x="23247350" y="16891"/>
                  </a:cubicBezTo>
                  <a:lnTo>
                    <a:pt x="23247350" y="1772539"/>
                  </a:lnTo>
                  <a:cubicBezTo>
                    <a:pt x="23247350" y="1781937"/>
                    <a:pt x="23239730" y="1789430"/>
                    <a:pt x="2323046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3230460" y="1755648"/>
                  </a:lnTo>
                  <a:lnTo>
                    <a:pt x="23230460" y="1772539"/>
                  </a:lnTo>
                  <a:lnTo>
                    <a:pt x="23213569" y="1772539"/>
                  </a:lnTo>
                  <a:lnTo>
                    <a:pt x="23213569" y="16891"/>
                  </a:lnTo>
                  <a:lnTo>
                    <a:pt x="23230460" y="16891"/>
                  </a:lnTo>
                  <a:lnTo>
                    <a:pt x="2323046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273303"/>
            <a:ext cx="153419" cy="1342139"/>
            <a:chOff x="0" y="0"/>
            <a:chExt cx="204559" cy="17895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772539"/>
                  </a:lnTo>
                  <a:cubicBezTo>
                    <a:pt x="204470" y="1781937"/>
                    <a:pt x="196850" y="1789430"/>
                    <a:pt x="187579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87579" y="1755648"/>
                  </a:lnTo>
                  <a:lnTo>
                    <a:pt x="187579" y="1772539"/>
                  </a:lnTo>
                  <a:lnTo>
                    <a:pt x="170688" y="177253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2247" y="2492759"/>
            <a:ext cx="903227" cy="903227"/>
            <a:chOff x="0" y="0"/>
            <a:chExt cx="1204303" cy="1204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4944" y="2505456"/>
            <a:ext cx="877824" cy="877824"/>
            <a:chOff x="0" y="0"/>
            <a:chExt cx="1170432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28800" y="2468880"/>
            <a:ext cx="5486400" cy="548640"/>
            <a:chOff x="0" y="0"/>
            <a:chExt cx="7315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Material Indent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8800" y="2980944"/>
            <a:ext cx="15727680" cy="512064"/>
            <a:chOff x="0" y="0"/>
            <a:chExt cx="2097024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Staff/Manager raises indent for required raw materials with quantity and urgency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71877" y="3687061"/>
            <a:ext cx="50797" cy="160525"/>
            <a:chOff x="0" y="0"/>
            <a:chExt cx="67729" cy="2140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33909"/>
              <a:ext cx="67691" cy="146304"/>
            </a:xfrm>
            <a:custGeom>
              <a:avLst/>
              <a:gdLst/>
              <a:ahLst/>
              <a:cxnLst/>
              <a:rect r="r" b="b" t="t" l="l"/>
              <a:pathLst>
                <a:path h="146304" w="67691">
                  <a:moveTo>
                    <a:pt x="67691" y="0"/>
                  </a:moveTo>
                  <a:lnTo>
                    <a:pt x="67691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44503" y="3809495"/>
            <a:ext cx="17435579" cy="1342139"/>
            <a:chOff x="0" y="0"/>
            <a:chExt cx="23247439" cy="17895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2321356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3213569">
                  <a:moveTo>
                    <a:pt x="0" y="0"/>
                  </a:moveTo>
                  <a:lnTo>
                    <a:pt x="23213569" y="0"/>
                  </a:lnTo>
                  <a:lnTo>
                    <a:pt x="2321356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24735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3247350">
                  <a:moveTo>
                    <a:pt x="16891" y="0"/>
                  </a:moveTo>
                  <a:lnTo>
                    <a:pt x="23230460" y="0"/>
                  </a:lnTo>
                  <a:cubicBezTo>
                    <a:pt x="23239857" y="0"/>
                    <a:pt x="23247350" y="7620"/>
                    <a:pt x="23247350" y="16891"/>
                  </a:cubicBezTo>
                  <a:lnTo>
                    <a:pt x="23247350" y="1772539"/>
                  </a:lnTo>
                  <a:cubicBezTo>
                    <a:pt x="23247350" y="1781937"/>
                    <a:pt x="23239730" y="1789430"/>
                    <a:pt x="2323046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3230460" y="1755648"/>
                  </a:lnTo>
                  <a:lnTo>
                    <a:pt x="23230460" y="1772539"/>
                  </a:lnTo>
                  <a:lnTo>
                    <a:pt x="23213569" y="1772539"/>
                  </a:lnTo>
                  <a:lnTo>
                    <a:pt x="23213569" y="16891"/>
                  </a:lnTo>
                  <a:lnTo>
                    <a:pt x="23230460" y="16891"/>
                  </a:lnTo>
                  <a:lnTo>
                    <a:pt x="2323046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44503" y="3809495"/>
            <a:ext cx="153419" cy="1342139"/>
            <a:chOff x="0" y="0"/>
            <a:chExt cx="204559" cy="17895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706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447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772539"/>
                  </a:lnTo>
                  <a:cubicBezTo>
                    <a:pt x="204470" y="1781937"/>
                    <a:pt x="196850" y="1789430"/>
                    <a:pt x="187579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87579" y="1755648"/>
                  </a:lnTo>
                  <a:lnTo>
                    <a:pt x="187579" y="1772539"/>
                  </a:lnTo>
                  <a:lnTo>
                    <a:pt x="170688" y="177253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82247" y="4028951"/>
            <a:ext cx="903227" cy="903227"/>
            <a:chOff x="0" y="0"/>
            <a:chExt cx="1204303" cy="12043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94944" y="4041648"/>
            <a:ext cx="877824" cy="877824"/>
            <a:chOff x="0" y="0"/>
            <a:chExt cx="1170432" cy="11704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28800" y="4005072"/>
            <a:ext cx="5486400" cy="548640"/>
            <a:chOff x="0" y="0"/>
            <a:chExt cx="73152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Manager Approval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828800" y="4517136"/>
            <a:ext cx="15727680" cy="512064"/>
            <a:chOff x="0" y="0"/>
            <a:chExt cx="2097024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Manager reviews, approves or rejects indent. Approved indents become Purchase Orders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71877" y="5223253"/>
            <a:ext cx="50797" cy="160525"/>
            <a:chOff x="0" y="0"/>
            <a:chExt cx="67729" cy="21403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33909"/>
              <a:ext cx="67691" cy="146304"/>
            </a:xfrm>
            <a:custGeom>
              <a:avLst/>
              <a:gdLst/>
              <a:ahLst/>
              <a:cxnLst/>
              <a:rect r="r" b="b" t="t" l="l"/>
              <a:pathLst>
                <a:path h="146304" w="67691">
                  <a:moveTo>
                    <a:pt x="67691" y="0"/>
                  </a:moveTo>
                  <a:lnTo>
                    <a:pt x="67691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44503" y="5345687"/>
            <a:ext cx="17435579" cy="1342139"/>
            <a:chOff x="0" y="0"/>
            <a:chExt cx="23247439" cy="17895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2321356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3213569">
                  <a:moveTo>
                    <a:pt x="0" y="0"/>
                  </a:moveTo>
                  <a:lnTo>
                    <a:pt x="23213569" y="0"/>
                  </a:lnTo>
                  <a:lnTo>
                    <a:pt x="2321356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24735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3247350">
                  <a:moveTo>
                    <a:pt x="16891" y="0"/>
                  </a:moveTo>
                  <a:lnTo>
                    <a:pt x="23230460" y="0"/>
                  </a:lnTo>
                  <a:cubicBezTo>
                    <a:pt x="23239857" y="0"/>
                    <a:pt x="23247350" y="7620"/>
                    <a:pt x="23247350" y="16891"/>
                  </a:cubicBezTo>
                  <a:lnTo>
                    <a:pt x="23247350" y="1772539"/>
                  </a:lnTo>
                  <a:cubicBezTo>
                    <a:pt x="23247350" y="1781937"/>
                    <a:pt x="23239730" y="1789430"/>
                    <a:pt x="2323046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3230460" y="1755648"/>
                  </a:lnTo>
                  <a:lnTo>
                    <a:pt x="23230460" y="1772539"/>
                  </a:lnTo>
                  <a:lnTo>
                    <a:pt x="23213569" y="1772539"/>
                  </a:lnTo>
                  <a:lnTo>
                    <a:pt x="23213569" y="16891"/>
                  </a:lnTo>
                  <a:lnTo>
                    <a:pt x="23230460" y="16891"/>
                  </a:lnTo>
                  <a:lnTo>
                    <a:pt x="2323046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44503" y="5345687"/>
            <a:ext cx="153419" cy="1342139"/>
            <a:chOff x="0" y="0"/>
            <a:chExt cx="204559" cy="178951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706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447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772539"/>
                  </a:lnTo>
                  <a:cubicBezTo>
                    <a:pt x="204470" y="1781937"/>
                    <a:pt x="196850" y="1789430"/>
                    <a:pt x="187579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87579" y="1755648"/>
                  </a:lnTo>
                  <a:lnTo>
                    <a:pt x="187579" y="1772539"/>
                  </a:lnTo>
                  <a:lnTo>
                    <a:pt x="170688" y="177253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82247" y="5565143"/>
            <a:ext cx="903227" cy="903227"/>
            <a:chOff x="0" y="0"/>
            <a:chExt cx="1204303" cy="120430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94944" y="5577840"/>
            <a:ext cx="877824" cy="877824"/>
            <a:chOff x="0" y="0"/>
            <a:chExt cx="1170432" cy="11704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828800" y="5541264"/>
            <a:ext cx="5486400" cy="548640"/>
            <a:chOff x="0" y="0"/>
            <a:chExt cx="731520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Purchase Order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828800" y="6053328"/>
            <a:ext cx="15727680" cy="512064"/>
            <a:chOff x="0" y="0"/>
            <a:chExt cx="20970240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 sent to approved suppliers. Status tracked: PENDING → CONFIRMED → DISPATCHED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71877" y="6759445"/>
            <a:ext cx="50797" cy="160525"/>
            <a:chOff x="0" y="0"/>
            <a:chExt cx="67729" cy="21403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33909"/>
              <a:ext cx="67691" cy="146304"/>
            </a:xfrm>
            <a:custGeom>
              <a:avLst/>
              <a:gdLst/>
              <a:ahLst/>
              <a:cxnLst/>
              <a:rect r="r" b="b" t="t" l="l"/>
              <a:pathLst>
                <a:path h="146304" w="67691">
                  <a:moveTo>
                    <a:pt x="67691" y="0"/>
                  </a:moveTo>
                  <a:lnTo>
                    <a:pt x="67691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44503" y="6881879"/>
            <a:ext cx="17435579" cy="1342139"/>
            <a:chOff x="0" y="0"/>
            <a:chExt cx="23247439" cy="178951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2321356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3213569">
                  <a:moveTo>
                    <a:pt x="0" y="0"/>
                  </a:moveTo>
                  <a:lnTo>
                    <a:pt x="23213569" y="0"/>
                  </a:lnTo>
                  <a:lnTo>
                    <a:pt x="2321356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324735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3247350">
                  <a:moveTo>
                    <a:pt x="16891" y="0"/>
                  </a:moveTo>
                  <a:lnTo>
                    <a:pt x="23230460" y="0"/>
                  </a:lnTo>
                  <a:cubicBezTo>
                    <a:pt x="23239857" y="0"/>
                    <a:pt x="23247350" y="7620"/>
                    <a:pt x="23247350" y="16891"/>
                  </a:cubicBezTo>
                  <a:lnTo>
                    <a:pt x="23247350" y="1772539"/>
                  </a:lnTo>
                  <a:cubicBezTo>
                    <a:pt x="23247350" y="1781937"/>
                    <a:pt x="23239730" y="1789430"/>
                    <a:pt x="2323046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3230460" y="1755648"/>
                  </a:lnTo>
                  <a:lnTo>
                    <a:pt x="23230460" y="1772539"/>
                  </a:lnTo>
                  <a:lnTo>
                    <a:pt x="23213569" y="1772539"/>
                  </a:lnTo>
                  <a:lnTo>
                    <a:pt x="23213569" y="16891"/>
                  </a:lnTo>
                  <a:lnTo>
                    <a:pt x="23230460" y="16891"/>
                  </a:lnTo>
                  <a:lnTo>
                    <a:pt x="2323046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44503" y="6881879"/>
            <a:ext cx="153419" cy="1342139"/>
            <a:chOff x="0" y="0"/>
            <a:chExt cx="204559" cy="178951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706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447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772539"/>
                  </a:lnTo>
                  <a:cubicBezTo>
                    <a:pt x="204470" y="1781937"/>
                    <a:pt x="196850" y="1789430"/>
                    <a:pt x="187579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87579" y="1755648"/>
                  </a:lnTo>
                  <a:lnTo>
                    <a:pt x="187579" y="1772539"/>
                  </a:lnTo>
                  <a:lnTo>
                    <a:pt x="170688" y="177253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82247" y="7101335"/>
            <a:ext cx="903227" cy="903227"/>
            <a:chOff x="0" y="0"/>
            <a:chExt cx="1204303" cy="120430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94944" y="7114032"/>
            <a:ext cx="877824" cy="877824"/>
            <a:chOff x="0" y="0"/>
            <a:chExt cx="1170432" cy="11704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828800" y="7077456"/>
            <a:ext cx="5486400" cy="548640"/>
            <a:chOff x="0" y="0"/>
            <a:chExt cx="73152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GRN — Receive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828800" y="7589520"/>
            <a:ext cx="15727680" cy="512064"/>
            <a:chOff x="0" y="0"/>
            <a:chExt cx="2097024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Goods Received Note created. Quantities verified against PO, supplier rated on delivery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71877" y="8295637"/>
            <a:ext cx="50797" cy="160525"/>
            <a:chOff x="0" y="0"/>
            <a:chExt cx="67729" cy="21403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33909"/>
              <a:ext cx="67691" cy="146304"/>
            </a:xfrm>
            <a:custGeom>
              <a:avLst/>
              <a:gdLst/>
              <a:ahLst/>
              <a:cxnLst/>
              <a:rect r="r" b="b" t="t" l="l"/>
              <a:pathLst>
                <a:path h="146304" w="67691">
                  <a:moveTo>
                    <a:pt x="67691" y="0"/>
                  </a:moveTo>
                  <a:lnTo>
                    <a:pt x="67691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444503" y="8418071"/>
            <a:ext cx="17435579" cy="1342139"/>
            <a:chOff x="0" y="0"/>
            <a:chExt cx="23247439" cy="178951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2321356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3213569">
                  <a:moveTo>
                    <a:pt x="0" y="0"/>
                  </a:moveTo>
                  <a:lnTo>
                    <a:pt x="23213569" y="0"/>
                  </a:lnTo>
                  <a:lnTo>
                    <a:pt x="2321356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324735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3247350">
                  <a:moveTo>
                    <a:pt x="16891" y="0"/>
                  </a:moveTo>
                  <a:lnTo>
                    <a:pt x="23230460" y="0"/>
                  </a:lnTo>
                  <a:cubicBezTo>
                    <a:pt x="23239857" y="0"/>
                    <a:pt x="23247350" y="7620"/>
                    <a:pt x="23247350" y="16891"/>
                  </a:cubicBezTo>
                  <a:lnTo>
                    <a:pt x="23247350" y="1772539"/>
                  </a:lnTo>
                  <a:cubicBezTo>
                    <a:pt x="23247350" y="1781937"/>
                    <a:pt x="23239730" y="1789430"/>
                    <a:pt x="2323046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3230460" y="1755648"/>
                  </a:lnTo>
                  <a:lnTo>
                    <a:pt x="23230460" y="1772539"/>
                  </a:lnTo>
                  <a:lnTo>
                    <a:pt x="23213569" y="1772539"/>
                  </a:lnTo>
                  <a:lnTo>
                    <a:pt x="23213569" y="16891"/>
                  </a:lnTo>
                  <a:lnTo>
                    <a:pt x="23230460" y="16891"/>
                  </a:lnTo>
                  <a:lnTo>
                    <a:pt x="2323046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444503" y="8418071"/>
            <a:ext cx="153419" cy="1342139"/>
            <a:chOff x="0" y="0"/>
            <a:chExt cx="204559" cy="178951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1706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04470" cy="1789430"/>
            </a:xfrm>
            <a:custGeom>
              <a:avLst/>
              <a:gdLst/>
              <a:ahLst/>
              <a:cxnLst/>
              <a:rect r="r" b="b" t="t" l="l"/>
              <a:pathLst>
                <a:path h="178943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772539"/>
                  </a:lnTo>
                  <a:cubicBezTo>
                    <a:pt x="204470" y="1781937"/>
                    <a:pt x="196850" y="1789430"/>
                    <a:pt x="187579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87579" y="1755648"/>
                  </a:lnTo>
                  <a:lnTo>
                    <a:pt x="187579" y="1772539"/>
                  </a:lnTo>
                  <a:lnTo>
                    <a:pt x="170688" y="177253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682247" y="8637527"/>
            <a:ext cx="903227" cy="903227"/>
            <a:chOff x="0" y="0"/>
            <a:chExt cx="1204303" cy="120430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94944" y="8650224"/>
            <a:ext cx="877824" cy="877824"/>
            <a:chOff x="0" y="0"/>
            <a:chExt cx="1170432" cy="117043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828800" y="8613648"/>
            <a:ext cx="5486400" cy="548640"/>
            <a:chOff x="0" y="0"/>
            <a:chExt cx="7315200" cy="73152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 Updated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828800" y="9125712"/>
            <a:ext cx="15727680" cy="512064"/>
            <a:chOff x="0" y="0"/>
            <a:chExt cx="20970240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 auto-updated on GRN complete. Audit log created. Low-stock alerts cleared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— Inventory &amp; Production Chain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ingredient movement from raw material to finished plate is tracked and auditable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3143" y="2547623"/>
            <a:ext cx="3500123" cy="3500123"/>
            <a:chOff x="0" y="0"/>
            <a:chExt cx="4666831" cy="46668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6329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4632960">
                  <a:moveTo>
                    <a:pt x="0" y="2316480"/>
                  </a:moveTo>
                  <a:cubicBezTo>
                    <a:pt x="0" y="1037209"/>
                    <a:pt x="1037209" y="0"/>
                    <a:pt x="2316480" y="0"/>
                  </a:cubicBezTo>
                  <a:cubicBezTo>
                    <a:pt x="3595751" y="0"/>
                    <a:pt x="4632960" y="1037209"/>
                    <a:pt x="4632960" y="2316480"/>
                  </a:cubicBezTo>
                  <a:cubicBezTo>
                    <a:pt x="4632960" y="3595751"/>
                    <a:pt x="3595878" y="4632960"/>
                    <a:pt x="2316480" y="4632960"/>
                  </a:cubicBezTo>
                  <a:cubicBezTo>
                    <a:pt x="1037082" y="4632960"/>
                    <a:pt x="0" y="3595878"/>
                    <a:pt x="0" y="2316480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66869" cy="4666742"/>
            </a:xfrm>
            <a:custGeom>
              <a:avLst/>
              <a:gdLst/>
              <a:ahLst/>
              <a:cxnLst/>
              <a:rect r="r" b="b" t="t" l="l"/>
              <a:pathLst>
                <a:path h="4666742" w="4666869">
                  <a:moveTo>
                    <a:pt x="0" y="2333371"/>
                  </a:moveTo>
                  <a:cubicBezTo>
                    <a:pt x="0" y="1044702"/>
                    <a:pt x="1044702" y="0"/>
                    <a:pt x="2333371" y="0"/>
                  </a:cubicBezTo>
                  <a:lnTo>
                    <a:pt x="2333371" y="16891"/>
                  </a:lnTo>
                  <a:lnTo>
                    <a:pt x="2333371" y="0"/>
                  </a:lnTo>
                  <a:cubicBezTo>
                    <a:pt x="3622167" y="0"/>
                    <a:pt x="4666869" y="1044702"/>
                    <a:pt x="4666869" y="2333371"/>
                  </a:cubicBezTo>
                  <a:lnTo>
                    <a:pt x="4649978" y="2333371"/>
                  </a:lnTo>
                  <a:lnTo>
                    <a:pt x="4666869" y="2333371"/>
                  </a:lnTo>
                  <a:cubicBezTo>
                    <a:pt x="4666869" y="3622040"/>
                    <a:pt x="3622167" y="4666742"/>
                    <a:pt x="2333498" y="4666742"/>
                  </a:cubicBezTo>
                  <a:lnTo>
                    <a:pt x="2333498" y="4649851"/>
                  </a:lnTo>
                  <a:lnTo>
                    <a:pt x="2333498" y="4666742"/>
                  </a:lnTo>
                  <a:cubicBezTo>
                    <a:pt x="1044702" y="4666869"/>
                    <a:pt x="0" y="3622167"/>
                    <a:pt x="0" y="2333371"/>
                  </a:cubicBezTo>
                  <a:lnTo>
                    <a:pt x="16891" y="233337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0" y="2333371"/>
                  </a:lnTo>
                  <a:moveTo>
                    <a:pt x="33909" y="2333371"/>
                  </a:moveTo>
                  <a:cubicBezTo>
                    <a:pt x="33909" y="2342769"/>
                    <a:pt x="26289" y="2350262"/>
                    <a:pt x="17018" y="2350262"/>
                  </a:cubicBezTo>
                  <a:cubicBezTo>
                    <a:pt x="7747" y="2350262"/>
                    <a:pt x="0" y="2342769"/>
                    <a:pt x="0" y="2333371"/>
                  </a:cubicBezTo>
                  <a:cubicBezTo>
                    <a:pt x="0" y="2323973"/>
                    <a:pt x="7620" y="2316480"/>
                    <a:pt x="16891" y="2316480"/>
                  </a:cubicBezTo>
                  <a:cubicBezTo>
                    <a:pt x="26162" y="2316480"/>
                    <a:pt x="33782" y="2324100"/>
                    <a:pt x="33782" y="2333371"/>
                  </a:cubicBezTo>
                  <a:cubicBezTo>
                    <a:pt x="33782" y="3603371"/>
                    <a:pt x="1063371" y="4632960"/>
                    <a:pt x="2333371" y="4632960"/>
                  </a:cubicBezTo>
                  <a:cubicBezTo>
                    <a:pt x="3603371" y="4632960"/>
                    <a:pt x="4632960" y="3603371"/>
                    <a:pt x="4632960" y="2333371"/>
                  </a:cubicBezTo>
                  <a:cubicBezTo>
                    <a:pt x="4632960" y="1063371"/>
                    <a:pt x="3603371" y="33782"/>
                    <a:pt x="2333371" y="33782"/>
                  </a:cubicBezTo>
                  <a:lnTo>
                    <a:pt x="2333371" y="16891"/>
                  </a:lnTo>
                  <a:lnTo>
                    <a:pt x="2333371" y="33909"/>
                  </a:lnTo>
                  <a:cubicBezTo>
                    <a:pt x="1063371" y="33909"/>
                    <a:pt x="33909" y="1063371"/>
                    <a:pt x="33909" y="2333371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2743200"/>
            <a:ext cx="3474720" cy="1280160"/>
            <a:chOff x="0" y="0"/>
            <a:chExt cx="463296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329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463296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🌾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4023360"/>
            <a:ext cx="3474720" cy="822960"/>
            <a:chOff x="0" y="0"/>
            <a:chExt cx="463296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632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Ingredients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4828032"/>
            <a:ext cx="3474720" cy="640080"/>
            <a:chOff x="0" y="0"/>
            <a:chExt cx="463296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Received via GRN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17136" y="3877056"/>
            <a:ext cx="822960" cy="914400"/>
            <a:chOff x="0" y="0"/>
            <a:chExt cx="109728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09728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45687" y="2547623"/>
            <a:ext cx="3500123" cy="3500123"/>
            <a:chOff x="0" y="0"/>
            <a:chExt cx="4666831" cy="46668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6329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4632960">
                  <a:moveTo>
                    <a:pt x="0" y="2316480"/>
                  </a:moveTo>
                  <a:cubicBezTo>
                    <a:pt x="0" y="1037209"/>
                    <a:pt x="1037209" y="0"/>
                    <a:pt x="2316480" y="0"/>
                  </a:cubicBezTo>
                  <a:cubicBezTo>
                    <a:pt x="3595751" y="0"/>
                    <a:pt x="4632960" y="1037209"/>
                    <a:pt x="4632960" y="2316480"/>
                  </a:cubicBezTo>
                  <a:cubicBezTo>
                    <a:pt x="4632960" y="3595751"/>
                    <a:pt x="3595878" y="4632960"/>
                    <a:pt x="2316480" y="4632960"/>
                  </a:cubicBezTo>
                  <a:cubicBezTo>
                    <a:pt x="1037082" y="4632960"/>
                    <a:pt x="0" y="3595878"/>
                    <a:pt x="0" y="2316480"/>
                  </a:cubicBez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66869" cy="4666742"/>
            </a:xfrm>
            <a:custGeom>
              <a:avLst/>
              <a:gdLst/>
              <a:ahLst/>
              <a:cxnLst/>
              <a:rect r="r" b="b" t="t" l="l"/>
              <a:pathLst>
                <a:path h="4666742" w="4666869">
                  <a:moveTo>
                    <a:pt x="0" y="2333371"/>
                  </a:moveTo>
                  <a:cubicBezTo>
                    <a:pt x="0" y="1044702"/>
                    <a:pt x="1044702" y="0"/>
                    <a:pt x="2333371" y="0"/>
                  </a:cubicBezTo>
                  <a:lnTo>
                    <a:pt x="2333371" y="16891"/>
                  </a:lnTo>
                  <a:lnTo>
                    <a:pt x="2333371" y="0"/>
                  </a:lnTo>
                  <a:cubicBezTo>
                    <a:pt x="3622167" y="0"/>
                    <a:pt x="4666869" y="1044702"/>
                    <a:pt x="4666869" y="2333371"/>
                  </a:cubicBezTo>
                  <a:lnTo>
                    <a:pt x="4649978" y="2333371"/>
                  </a:lnTo>
                  <a:lnTo>
                    <a:pt x="4666869" y="2333371"/>
                  </a:lnTo>
                  <a:cubicBezTo>
                    <a:pt x="4666869" y="3622040"/>
                    <a:pt x="3622167" y="4666742"/>
                    <a:pt x="2333498" y="4666742"/>
                  </a:cubicBezTo>
                  <a:lnTo>
                    <a:pt x="2333498" y="4649851"/>
                  </a:lnTo>
                  <a:lnTo>
                    <a:pt x="2333498" y="4666742"/>
                  </a:lnTo>
                  <a:cubicBezTo>
                    <a:pt x="1044702" y="4666869"/>
                    <a:pt x="0" y="3622167"/>
                    <a:pt x="0" y="2333371"/>
                  </a:cubicBezTo>
                  <a:lnTo>
                    <a:pt x="16891" y="233337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0" y="2333371"/>
                  </a:lnTo>
                  <a:moveTo>
                    <a:pt x="33909" y="2333371"/>
                  </a:moveTo>
                  <a:cubicBezTo>
                    <a:pt x="33909" y="2342769"/>
                    <a:pt x="26289" y="2350262"/>
                    <a:pt x="17018" y="2350262"/>
                  </a:cubicBezTo>
                  <a:cubicBezTo>
                    <a:pt x="7747" y="2350262"/>
                    <a:pt x="0" y="2342769"/>
                    <a:pt x="0" y="2333371"/>
                  </a:cubicBezTo>
                  <a:cubicBezTo>
                    <a:pt x="0" y="2323973"/>
                    <a:pt x="7620" y="2316480"/>
                    <a:pt x="16891" y="2316480"/>
                  </a:cubicBezTo>
                  <a:cubicBezTo>
                    <a:pt x="26162" y="2316480"/>
                    <a:pt x="33782" y="2324100"/>
                    <a:pt x="33782" y="2333371"/>
                  </a:cubicBezTo>
                  <a:cubicBezTo>
                    <a:pt x="33782" y="3603371"/>
                    <a:pt x="1063371" y="4632960"/>
                    <a:pt x="2333371" y="4632960"/>
                  </a:cubicBezTo>
                  <a:cubicBezTo>
                    <a:pt x="3603371" y="4632960"/>
                    <a:pt x="4632960" y="3603371"/>
                    <a:pt x="4632960" y="2333371"/>
                  </a:cubicBezTo>
                  <a:cubicBezTo>
                    <a:pt x="4632960" y="1063371"/>
                    <a:pt x="3603371" y="33782"/>
                    <a:pt x="2333371" y="33782"/>
                  </a:cubicBezTo>
                  <a:lnTo>
                    <a:pt x="2333371" y="16891"/>
                  </a:lnTo>
                  <a:lnTo>
                    <a:pt x="2333371" y="33909"/>
                  </a:lnTo>
                  <a:cubicBezTo>
                    <a:pt x="1063371" y="33909"/>
                    <a:pt x="33909" y="1063371"/>
                    <a:pt x="33909" y="2333371"/>
                  </a:cubicBez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58384" y="2743200"/>
            <a:ext cx="3474720" cy="1280160"/>
            <a:chOff x="0" y="0"/>
            <a:chExt cx="4632960" cy="1706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329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14300"/>
              <a:ext cx="463296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👨‍🍳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58384" y="4023360"/>
            <a:ext cx="3474720" cy="822960"/>
            <a:chOff x="0" y="0"/>
            <a:chExt cx="463296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632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 Production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58384" y="4828032"/>
            <a:ext cx="3474720" cy="640080"/>
            <a:chOff x="0" y="0"/>
            <a:chExt cx="463296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 raw → finished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869680" y="3877056"/>
            <a:ext cx="822960" cy="914400"/>
            <a:chOff x="0" y="0"/>
            <a:chExt cx="109728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109728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98231" y="2547623"/>
            <a:ext cx="3500123" cy="3500123"/>
            <a:chOff x="0" y="0"/>
            <a:chExt cx="4666831" cy="46668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46329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4632960">
                  <a:moveTo>
                    <a:pt x="0" y="2316480"/>
                  </a:moveTo>
                  <a:cubicBezTo>
                    <a:pt x="0" y="1037209"/>
                    <a:pt x="1037209" y="0"/>
                    <a:pt x="2316480" y="0"/>
                  </a:cubicBezTo>
                  <a:cubicBezTo>
                    <a:pt x="3595751" y="0"/>
                    <a:pt x="4632960" y="1037209"/>
                    <a:pt x="4632960" y="2316480"/>
                  </a:cubicBezTo>
                  <a:cubicBezTo>
                    <a:pt x="4632960" y="3595751"/>
                    <a:pt x="3595878" y="4632960"/>
                    <a:pt x="2316480" y="4632960"/>
                  </a:cubicBezTo>
                  <a:cubicBezTo>
                    <a:pt x="1037082" y="4632960"/>
                    <a:pt x="0" y="3595878"/>
                    <a:pt x="0" y="23164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6869" cy="4666742"/>
            </a:xfrm>
            <a:custGeom>
              <a:avLst/>
              <a:gdLst/>
              <a:ahLst/>
              <a:cxnLst/>
              <a:rect r="r" b="b" t="t" l="l"/>
              <a:pathLst>
                <a:path h="4666742" w="4666869">
                  <a:moveTo>
                    <a:pt x="0" y="2333371"/>
                  </a:moveTo>
                  <a:cubicBezTo>
                    <a:pt x="0" y="1044702"/>
                    <a:pt x="1044702" y="0"/>
                    <a:pt x="2333371" y="0"/>
                  </a:cubicBezTo>
                  <a:lnTo>
                    <a:pt x="2333371" y="16891"/>
                  </a:lnTo>
                  <a:lnTo>
                    <a:pt x="2333371" y="0"/>
                  </a:lnTo>
                  <a:cubicBezTo>
                    <a:pt x="3622167" y="0"/>
                    <a:pt x="4666869" y="1044702"/>
                    <a:pt x="4666869" y="2333371"/>
                  </a:cubicBezTo>
                  <a:lnTo>
                    <a:pt x="4649978" y="2333371"/>
                  </a:lnTo>
                  <a:lnTo>
                    <a:pt x="4666869" y="2333371"/>
                  </a:lnTo>
                  <a:cubicBezTo>
                    <a:pt x="4666869" y="3622040"/>
                    <a:pt x="3622167" y="4666742"/>
                    <a:pt x="2333498" y="4666742"/>
                  </a:cubicBezTo>
                  <a:lnTo>
                    <a:pt x="2333498" y="4649851"/>
                  </a:lnTo>
                  <a:lnTo>
                    <a:pt x="2333498" y="4666742"/>
                  </a:lnTo>
                  <a:cubicBezTo>
                    <a:pt x="1044702" y="4666869"/>
                    <a:pt x="0" y="3622167"/>
                    <a:pt x="0" y="2333371"/>
                  </a:cubicBezTo>
                  <a:lnTo>
                    <a:pt x="16891" y="233337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0" y="2333371"/>
                  </a:lnTo>
                  <a:moveTo>
                    <a:pt x="33909" y="2333371"/>
                  </a:moveTo>
                  <a:cubicBezTo>
                    <a:pt x="33909" y="2342769"/>
                    <a:pt x="26289" y="2350262"/>
                    <a:pt x="17018" y="2350262"/>
                  </a:cubicBezTo>
                  <a:cubicBezTo>
                    <a:pt x="7747" y="2350262"/>
                    <a:pt x="0" y="2342769"/>
                    <a:pt x="0" y="2333371"/>
                  </a:cubicBezTo>
                  <a:cubicBezTo>
                    <a:pt x="0" y="2323973"/>
                    <a:pt x="7620" y="2316480"/>
                    <a:pt x="16891" y="2316480"/>
                  </a:cubicBezTo>
                  <a:cubicBezTo>
                    <a:pt x="26162" y="2316480"/>
                    <a:pt x="33782" y="2324100"/>
                    <a:pt x="33782" y="2333371"/>
                  </a:cubicBezTo>
                  <a:cubicBezTo>
                    <a:pt x="33782" y="3603371"/>
                    <a:pt x="1063371" y="4632960"/>
                    <a:pt x="2333371" y="4632960"/>
                  </a:cubicBezTo>
                  <a:cubicBezTo>
                    <a:pt x="3603371" y="4632960"/>
                    <a:pt x="4632960" y="3603371"/>
                    <a:pt x="4632960" y="2333371"/>
                  </a:cubicBezTo>
                  <a:cubicBezTo>
                    <a:pt x="4632960" y="1063371"/>
                    <a:pt x="3603371" y="33782"/>
                    <a:pt x="2333371" y="33782"/>
                  </a:cubicBezTo>
                  <a:lnTo>
                    <a:pt x="2333371" y="16891"/>
                  </a:lnTo>
                  <a:lnTo>
                    <a:pt x="2333371" y="33909"/>
                  </a:lnTo>
                  <a:cubicBezTo>
                    <a:pt x="1063371" y="33909"/>
                    <a:pt x="33909" y="1063371"/>
                    <a:pt x="33909" y="2333371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10928" y="2743200"/>
            <a:ext cx="3474720" cy="1280160"/>
            <a:chOff x="0" y="0"/>
            <a:chExt cx="4632960" cy="1706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329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14300"/>
              <a:ext cx="463296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🍽️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10928" y="4023360"/>
            <a:ext cx="3474720" cy="822960"/>
            <a:chOff x="0" y="0"/>
            <a:chExt cx="463296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632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Finished Goods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710928" y="4828032"/>
            <a:ext cx="3474720" cy="640080"/>
            <a:chOff x="0" y="0"/>
            <a:chExt cx="463296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Ready to serve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222224" y="3877056"/>
            <a:ext cx="822960" cy="914400"/>
            <a:chOff x="0" y="0"/>
            <a:chExt cx="109728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109728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050775" y="2547623"/>
            <a:ext cx="3500123" cy="3500123"/>
            <a:chOff x="0" y="0"/>
            <a:chExt cx="4666831" cy="46668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6329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4632960">
                  <a:moveTo>
                    <a:pt x="0" y="2316480"/>
                  </a:moveTo>
                  <a:cubicBezTo>
                    <a:pt x="0" y="1037209"/>
                    <a:pt x="1037209" y="0"/>
                    <a:pt x="2316480" y="0"/>
                  </a:cubicBezTo>
                  <a:cubicBezTo>
                    <a:pt x="3595751" y="0"/>
                    <a:pt x="4632960" y="1037209"/>
                    <a:pt x="4632960" y="2316480"/>
                  </a:cubicBezTo>
                  <a:cubicBezTo>
                    <a:pt x="4632960" y="3595751"/>
                    <a:pt x="3595878" y="4632960"/>
                    <a:pt x="2316480" y="4632960"/>
                  </a:cubicBezTo>
                  <a:cubicBezTo>
                    <a:pt x="1037082" y="4632960"/>
                    <a:pt x="0" y="3595878"/>
                    <a:pt x="0" y="231648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666869" cy="4666742"/>
            </a:xfrm>
            <a:custGeom>
              <a:avLst/>
              <a:gdLst/>
              <a:ahLst/>
              <a:cxnLst/>
              <a:rect r="r" b="b" t="t" l="l"/>
              <a:pathLst>
                <a:path h="4666742" w="4666869">
                  <a:moveTo>
                    <a:pt x="0" y="2333371"/>
                  </a:moveTo>
                  <a:cubicBezTo>
                    <a:pt x="0" y="1044702"/>
                    <a:pt x="1044702" y="0"/>
                    <a:pt x="2333371" y="0"/>
                  </a:cubicBezTo>
                  <a:lnTo>
                    <a:pt x="2333371" y="16891"/>
                  </a:lnTo>
                  <a:lnTo>
                    <a:pt x="2333371" y="0"/>
                  </a:lnTo>
                  <a:cubicBezTo>
                    <a:pt x="3622167" y="0"/>
                    <a:pt x="4666869" y="1044702"/>
                    <a:pt x="4666869" y="2333371"/>
                  </a:cubicBezTo>
                  <a:lnTo>
                    <a:pt x="4649978" y="2333371"/>
                  </a:lnTo>
                  <a:lnTo>
                    <a:pt x="4666869" y="2333371"/>
                  </a:lnTo>
                  <a:cubicBezTo>
                    <a:pt x="4666869" y="3622040"/>
                    <a:pt x="3622167" y="4666742"/>
                    <a:pt x="2333498" y="4666742"/>
                  </a:cubicBezTo>
                  <a:lnTo>
                    <a:pt x="2333498" y="4649851"/>
                  </a:lnTo>
                  <a:lnTo>
                    <a:pt x="2333498" y="4666742"/>
                  </a:lnTo>
                  <a:cubicBezTo>
                    <a:pt x="1044702" y="4666869"/>
                    <a:pt x="0" y="3622167"/>
                    <a:pt x="0" y="2333371"/>
                  </a:cubicBezTo>
                  <a:lnTo>
                    <a:pt x="16891" y="233337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0" y="2333371"/>
                  </a:lnTo>
                  <a:moveTo>
                    <a:pt x="33909" y="2333371"/>
                  </a:moveTo>
                  <a:cubicBezTo>
                    <a:pt x="33909" y="2342769"/>
                    <a:pt x="26289" y="2350262"/>
                    <a:pt x="17018" y="2350262"/>
                  </a:cubicBezTo>
                  <a:cubicBezTo>
                    <a:pt x="7747" y="2350262"/>
                    <a:pt x="0" y="2342769"/>
                    <a:pt x="0" y="2333371"/>
                  </a:cubicBezTo>
                  <a:cubicBezTo>
                    <a:pt x="0" y="2323973"/>
                    <a:pt x="7620" y="2316480"/>
                    <a:pt x="16891" y="2316480"/>
                  </a:cubicBezTo>
                  <a:cubicBezTo>
                    <a:pt x="26162" y="2316480"/>
                    <a:pt x="33782" y="2324100"/>
                    <a:pt x="33782" y="2333371"/>
                  </a:cubicBezTo>
                  <a:cubicBezTo>
                    <a:pt x="33782" y="3603371"/>
                    <a:pt x="1063371" y="4632960"/>
                    <a:pt x="2333371" y="4632960"/>
                  </a:cubicBezTo>
                  <a:cubicBezTo>
                    <a:pt x="3603371" y="4632960"/>
                    <a:pt x="4632960" y="3603371"/>
                    <a:pt x="4632960" y="2333371"/>
                  </a:cubicBezTo>
                  <a:cubicBezTo>
                    <a:pt x="4632960" y="1063371"/>
                    <a:pt x="3603371" y="33782"/>
                    <a:pt x="2333371" y="33782"/>
                  </a:cubicBezTo>
                  <a:lnTo>
                    <a:pt x="2333371" y="16891"/>
                  </a:lnTo>
                  <a:lnTo>
                    <a:pt x="2333371" y="33909"/>
                  </a:lnTo>
                  <a:cubicBezTo>
                    <a:pt x="1063371" y="33909"/>
                    <a:pt x="33909" y="1063371"/>
                    <a:pt x="33909" y="2333371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063472" y="2743200"/>
            <a:ext cx="3474720" cy="1280160"/>
            <a:chOff x="0" y="0"/>
            <a:chExt cx="4632960" cy="1706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6329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14300"/>
              <a:ext cx="463296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💰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063472" y="4023360"/>
            <a:ext cx="3474720" cy="822960"/>
            <a:chOff x="0" y="0"/>
            <a:chExt cx="4632960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632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 Entry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063472" y="4828032"/>
            <a:ext cx="3474720" cy="640080"/>
            <a:chOff x="0" y="0"/>
            <a:chExt cx="463296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Deducted on sale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44503" y="6205223"/>
            <a:ext cx="3280667" cy="3500123"/>
            <a:chOff x="0" y="0"/>
            <a:chExt cx="4374223" cy="46668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4340352" cy="4632960"/>
            </a:xfrm>
            <a:custGeom>
              <a:avLst/>
              <a:gdLst/>
              <a:ahLst/>
              <a:cxnLst/>
              <a:rect r="r" b="b" t="t" l="l"/>
              <a:pathLst>
                <a:path h="46329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374134" cy="4666742"/>
            </a:xfrm>
            <a:custGeom>
              <a:avLst/>
              <a:gdLst/>
              <a:ahLst/>
              <a:cxnLst/>
              <a:rect r="r" b="b" t="t" l="l"/>
              <a:pathLst>
                <a:path h="466674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4649851"/>
                  </a:lnTo>
                  <a:cubicBezTo>
                    <a:pt x="4374134" y="4659249"/>
                    <a:pt x="4366514" y="4666742"/>
                    <a:pt x="4357243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4357243" y="4632960"/>
                  </a:lnTo>
                  <a:lnTo>
                    <a:pt x="4357243" y="4649851"/>
                  </a:lnTo>
                  <a:lnTo>
                    <a:pt x="4340352" y="464985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44503" y="6205223"/>
            <a:ext cx="3280667" cy="665483"/>
            <a:chOff x="0" y="0"/>
            <a:chExt cx="4374223" cy="8873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74134" cy="887224"/>
            </a:xfrm>
            <a:custGeom>
              <a:avLst/>
              <a:gdLst/>
              <a:ahLst/>
              <a:cxnLst/>
              <a:rect r="r" b="b" t="t" l="l"/>
              <a:pathLst>
                <a:path h="887224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870331"/>
                  </a:lnTo>
                  <a:cubicBezTo>
                    <a:pt x="4374134" y="879729"/>
                    <a:pt x="4366514" y="887222"/>
                    <a:pt x="4357243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357243" y="853440"/>
                  </a:lnTo>
                  <a:lnTo>
                    <a:pt x="4357243" y="870331"/>
                  </a:lnTo>
                  <a:lnTo>
                    <a:pt x="4340352" y="87033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57200" y="6217920"/>
            <a:ext cx="3255264" cy="640080"/>
            <a:chOff x="0" y="0"/>
            <a:chExt cx="4340352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340352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STOCK_IN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40080" y="6986016"/>
            <a:ext cx="2889504" cy="2468880"/>
            <a:chOff x="0" y="0"/>
            <a:chExt cx="3852672" cy="3291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8526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626" t="0" r="-59626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852672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Goods received via GRN workflow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3974087" y="6205223"/>
            <a:ext cx="3280667" cy="3500123"/>
            <a:chOff x="0" y="0"/>
            <a:chExt cx="4374223" cy="46668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4340352" cy="4632960"/>
            </a:xfrm>
            <a:custGeom>
              <a:avLst/>
              <a:gdLst/>
              <a:ahLst/>
              <a:cxnLst/>
              <a:rect r="r" b="b" t="t" l="l"/>
              <a:pathLst>
                <a:path h="46329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374134" cy="4666742"/>
            </a:xfrm>
            <a:custGeom>
              <a:avLst/>
              <a:gdLst/>
              <a:ahLst/>
              <a:cxnLst/>
              <a:rect r="r" b="b" t="t" l="l"/>
              <a:pathLst>
                <a:path h="466674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4649851"/>
                  </a:lnTo>
                  <a:cubicBezTo>
                    <a:pt x="4374134" y="4659249"/>
                    <a:pt x="4366514" y="4666742"/>
                    <a:pt x="4357243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4357243" y="4632960"/>
                  </a:lnTo>
                  <a:lnTo>
                    <a:pt x="4357243" y="4649851"/>
                  </a:lnTo>
                  <a:lnTo>
                    <a:pt x="4340352" y="464985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3974087" y="6205223"/>
            <a:ext cx="3280667" cy="665483"/>
            <a:chOff x="0" y="0"/>
            <a:chExt cx="4374223" cy="88731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374134" cy="887224"/>
            </a:xfrm>
            <a:custGeom>
              <a:avLst/>
              <a:gdLst/>
              <a:ahLst/>
              <a:cxnLst/>
              <a:rect r="r" b="b" t="t" l="l"/>
              <a:pathLst>
                <a:path h="887224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870331"/>
                  </a:lnTo>
                  <a:cubicBezTo>
                    <a:pt x="4374134" y="879729"/>
                    <a:pt x="4366514" y="887222"/>
                    <a:pt x="4357243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357243" y="853440"/>
                  </a:lnTo>
                  <a:lnTo>
                    <a:pt x="4357243" y="870331"/>
                  </a:lnTo>
                  <a:lnTo>
                    <a:pt x="4340352" y="87033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3986784" y="6217920"/>
            <a:ext cx="3255264" cy="640080"/>
            <a:chOff x="0" y="0"/>
            <a:chExt cx="4340352" cy="8534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340352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169664" y="6986016"/>
            <a:ext cx="2889504" cy="2468880"/>
            <a:chOff x="0" y="0"/>
            <a:chExt cx="3852672" cy="32918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8526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626" t="0" r="-59626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852672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materials converted to finished goods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503671" y="6205223"/>
            <a:ext cx="3280667" cy="3500123"/>
            <a:chOff x="0" y="0"/>
            <a:chExt cx="4374223" cy="46668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4340352" cy="4632960"/>
            </a:xfrm>
            <a:custGeom>
              <a:avLst/>
              <a:gdLst/>
              <a:ahLst/>
              <a:cxnLst/>
              <a:rect r="r" b="b" t="t" l="l"/>
              <a:pathLst>
                <a:path h="46329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374134" cy="4666742"/>
            </a:xfrm>
            <a:custGeom>
              <a:avLst/>
              <a:gdLst/>
              <a:ahLst/>
              <a:cxnLst/>
              <a:rect r="r" b="b" t="t" l="l"/>
              <a:pathLst>
                <a:path h="466674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4649851"/>
                  </a:lnTo>
                  <a:cubicBezTo>
                    <a:pt x="4374134" y="4659249"/>
                    <a:pt x="4366514" y="4666742"/>
                    <a:pt x="4357243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4357243" y="4632960"/>
                  </a:lnTo>
                  <a:lnTo>
                    <a:pt x="4357243" y="4649851"/>
                  </a:lnTo>
                  <a:lnTo>
                    <a:pt x="4340352" y="464985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7503671" y="6205223"/>
            <a:ext cx="3280667" cy="665483"/>
            <a:chOff x="0" y="0"/>
            <a:chExt cx="4374223" cy="88731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374134" cy="887224"/>
            </a:xfrm>
            <a:custGeom>
              <a:avLst/>
              <a:gdLst/>
              <a:ahLst/>
              <a:cxnLst/>
              <a:rect r="r" b="b" t="t" l="l"/>
              <a:pathLst>
                <a:path h="887224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870331"/>
                  </a:lnTo>
                  <a:cubicBezTo>
                    <a:pt x="4374134" y="879729"/>
                    <a:pt x="4366514" y="887222"/>
                    <a:pt x="4357243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357243" y="853440"/>
                  </a:lnTo>
                  <a:lnTo>
                    <a:pt x="4357243" y="870331"/>
                  </a:lnTo>
                  <a:lnTo>
                    <a:pt x="4340352" y="87033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516368" y="6217920"/>
            <a:ext cx="3255264" cy="640080"/>
            <a:chOff x="0" y="0"/>
            <a:chExt cx="4340352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340352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STOCK_OUT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699248" y="6986016"/>
            <a:ext cx="2889504" cy="2468880"/>
            <a:chOff x="0" y="0"/>
            <a:chExt cx="3852672" cy="32918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8526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626" t="0" r="-59626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3852672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Finished goods deducted on sale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033255" y="6205223"/>
            <a:ext cx="3280667" cy="3500123"/>
            <a:chOff x="0" y="0"/>
            <a:chExt cx="4374223" cy="466683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4340352" cy="4632960"/>
            </a:xfrm>
            <a:custGeom>
              <a:avLst/>
              <a:gdLst/>
              <a:ahLst/>
              <a:cxnLst/>
              <a:rect r="r" b="b" t="t" l="l"/>
              <a:pathLst>
                <a:path h="46329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374134" cy="4666742"/>
            </a:xfrm>
            <a:custGeom>
              <a:avLst/>
              <a:gdLst/>
              <a:ahLst/>
              <a:cxnLst/>
              <a:rect r="r" b="b" t="t" l="l"/>
              <a:pathLst>
                <a:path h="466674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4649851"/>
                  </a:lnTo>
                  <a:cubicBezTo>
                    <a:pt x="4374134" y="4659249"/>
                    <a:pt x="4366514" y="4666742"/>
                    <a:pt x="4357243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4357243" y="4632960"/>
                  </a:lnTo>
                  <a:lnTo>
                    <a:pt x="4357243" y="4649851"/>
                  </a:lnTo>
                  <a:lnTo>
                    <a:pt x="4340352" y="464985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033255" y="6205223"/>
            <a:ext cx="3280667" cy="665483"/>
            <a:chOff x="0" y="0"/>
            <a:chExt cx="4374223" cy="88731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7171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374134" cy="887224"/>
            </a:xfrm>
            <a:custGeom>
              <a:avLst/>
              <a:gdLst/>
              <a:ahLst/>
              <a:cxnLst/>
              <a:rect r="r" b="b" t="t" l="l"/>
              <a:pathLst>
                <a:path h="887224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870331"/>
                  </a:lnTo>
                  <a:cubicBezTo>
                    <a:pt x="4374134" y="879729"/>
                    <a:pt x="4366514" y="887222"/>
                    <a:pt x="4357243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357243" y="853440"/>
                  </a:lnTo>
                  <a:lnTo>
                    <a:pt x="4357243" y="870331"/>
                  </a:lnTo>
                  <a:lnTo>
                    <a:pt x="4340352" y="87033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1045952" y="6217920"/>
            <a:ext cx="3255264" cy="640080"/>
            <a:chOff x="0" y="0"/>
            <a:chExt cx="4340352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340352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WASTAGE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1228832" y="6986016"/>
            <a:ext cx="2889504" cy="2468880"/>
            <a:chOff x="0" y="0"/>
            <a:chExt cx="3852672" cy="32918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8526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626" t="0" r="-59626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3852672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Losses logged and attributed to source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4562839" y="6205223"/>
            <a:ext cx="3280667" cy="3500123"/>
            <a:chOff x="0" y="0"/>
            <a:chExt cx="4374223" cy="466683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4340352" cy="4632960"/>
            </a:xfrm>
            <a:custGeom>
              <a:avLst/>
              <a:gdLst/>
              <a:ahLst/>
              <a:cxnLst/>
              <a:rect r="r" b="b" t="t" l="l"/>
              <a:pathLst>
                <a:path h="46329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374134" cy="4666742"/>
            </a:xfrm>
            <a:custGeom>
              <a:avLst/>
              <a:gdLst/>
              <a:ahLst/>
              <a:cxnLst/>
              <a:rect r="r" b="b" t="t" l="l"/>
              <a:pathLst>
                <a:path h="466674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4649851"/>
                  </a:lnTo>
                  <a:cubicBezTo>
                    <a:pt x="4374134" y="4659249"/>
                    <a:pt x="4366514" y="4666742"/>
                    <a:pt x="4357243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4357243" y="4632960"/>
                  </a:lnTo>
                  <a:lnTo>
                    <a:pt x="4357243" y="4649851"/>
                  </a:lnTo>
                  <a:lnTo>
                    <a:pt x="4340352" y="464985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4562839" y="6205223"/>
            <a:ext cx="3280667" cy="665483"/>
            <a:chOff x="0" y="0"/>
            <a:chExt cx="4374223" cy="88731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374134" cy="887224"/>
            </a:xfrm>
            <a:custGeom>
              <a:avLst/>
              <a:gdLst/>
              <a:ahLst/>
              <a:cxnLst/>
              <a:rect r="r" b="b" t="t" l="l"/>
              <a:pathLst>
                <a:path h="887224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870331"/>
                  </a:lnTo>
                  <a:cubicBezTo>
                    <a:pt x="4374134" y="879729"/>
                    <a:pt x="4366514" y="887222"/>
                    <a:pt x="4357243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357243" y="853440"/>
                  </a:lnTo>
                  <a:lnTo>
                    <a:pt x="4357243" y="870331"/>
                  </a:lnTo>
                  <a:lnTo>
                    <a:pt x="4340352" y="87033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575536" y="6217920"/>
            <a:ext cx="3255264" cy="640080"/>
            <a:chOff x="0" y="0"/>
            <a:chExt cx="4340352" cy="8534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340352" cy="853440"/>
            </a:xfrm>
            <a:custGeom>
              <a:avLst/>
              <a:gdLst/>
              <a:ahLst/>
              <a:cxnLst/>
              <a:rect r="r" b="b" t="t" l="l"/>
              <a:pathLst>
                <a:path h="85344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340352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TRANSFER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4758416" y="6986016"/>
            <a:ext cx="2889504" cy="2468880"/>
            <a:chOff x="0" y="0"/>
            <a:chExt cx="3852672" cy="32918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8526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626" t="0" r="-59626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3852672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Inter-branch dispatch and receive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— Sales , CRM &amp; Loyalty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sales tracking, loyalty points &amp; automatic tier upgrades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" y="2103120"/>
            <a:ext cx="8229600" cy="548640"/>
            <a:chOff x="0" y="0"/>
            <a:chExt cx="109728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 Flow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4503" y="2730503"/>
            <a:ext cx="848363" cy="848363"/>
            <a:chOff x="0" y="0"/>
            <a:chExt cx="1131151" cy="11311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57200" y="2743200"/>
            <a:ext cx="822960" cy="822960"/>
            <a:chOff x="0" y="0"/>
            <a:chExt cx="10972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99616" y="2743200"/>
            <a:ext cx="6400800" cy="457200"/>
            <a:chOff x="0" y="0"/>
            <a:chExt cx="85344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5344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Daily Entry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9616" y="3182112"/>
            <a:ext cx="6400800" cy="402336"/>
            <a:chOff x="0" y="0"/>
            <a:chExt cx="8534400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recipe, qty, price, branch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44503" y="3974087"/>
            <a:ext cx="848363" cy="848363"/>
            <a:chOff x="0" y="0"/>
            <a:chExt cx="1131151" cy="11311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57200" y="3986784"/>
            <a:ext cx="822960" cy="822960"/>
            <a:chOff x="0" y="0"/>
            <a:chExt cx="109728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99616" y="3986784"/>
            <a:ext cx="6400800" cy="457200"/>
            <a:chOff x="0" y="0"/>
            <a:chExt cx="85344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5344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SalesEntry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99616" y="4425696"/>
            <a:ext cx="6400800" cy="402336"/>
            <a:chOff x="0" y="0"/>
            <a:chExt cx="853440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saved to DB — saleDate, shift, branch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44503" y="5217671"/>
            <a:ext cx="848363" cy="848363"/>
            <a:chOff x="0" y="0"/>
            <a:chExt cx="1131151" cy="11311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57200" y="5230368"/>
            <a:ext cx="822960" cy="822960"/>
            <a:chOff x="0" y="0"/>
            <a:chExt cx="10972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99616" y="5230368"/>
            <a:ext cx="6400800" cy="457200"/>
            <a:chOff x="0" y="0"/>
            <a:chExt cx="853440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5344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FG Deducted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99616" y="5669280"/>
            <a:ext cx="6400800" cy="402336"/>
            <a:chOff x="0" y="0"/>
            <a:chExt cx="8534400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availableServings -= qty sold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44503" y="6461255"/>
            <a:ext cx="848363" cy="848363"/>
            <a:chOff x="0" y="0"/>
            <a:chExt cx="1131151" cy="11311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57200" y="6473952"/>
            <a:ext cx="822960" cy="822960"/>
            <a:chOff x="0" y="0"/>
            <a:chExt cx="109728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99616" y="6473952"/>
            <a:ext cx="6400800" cy="457200"/>
            <a:chOff x="0" y="0"/>
            <a:chExt cx="8534400" cy="609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5344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Revenue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99616" y="6912864"/>
            <a:ext cx="6400800" cy="402336"/>
            <a:chOff x="0" y="0"/>
            <a:chExt cx="8534400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totalPrice calc, analytics feed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44503" y="7704839"/>
            <a:ext cx="848363" cy="848363"/>
            <a:chOff x="0" y="0"/>
            <a:chExt cx="1131151" cy="11311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57200" y="7717536"/>
            <a:ext cx="822960" cy="822960"/>
            <a:chOff x="0" y="0"/>
            <a:chExt cx="109728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99616" y="7717536"/>
            <a:ext cx="6400800" cy="457200"/>
            <a:chOff x="0" y="0"/>
            <a:chExt cx="8534400" cy="609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85344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CRM Update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99616" y="8156448"/>
            <a:ext cx="6400800" cy="402336"/>
            <a:chOff x="0" y="0"/>
            <a:chExt cx="8534400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loyaltyPoints+, totalSpend+, tier upgrade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09760" y="2103120"/>
            <a:ext cx="8229600" cy="548640"/>
            <a:chOff x="0" y="0"/>
            <a:chExt cx="1097280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Loyalty Tiers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97063" y="2730503"/>
            <a:ext cx="8291579" cy="2037083"/>
            <a:chOff x="0" y="0"/>
            <a:chExt cx="11055439" cy="27161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02156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055350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055350">
                  <a:moveTo>
                    <a:pt x="16891" y="0"/>
                  </a:moveTo>
                  <a:lnTo>
                    <a:pt x="11038459" y="0"/>
                  </a:lnTo>
                  <a:cubicBezTo>
                    <a:pt x="11047857" y="0"/>
                    <a:pt x="11055350" y="7620"/>
                    <a:pt x="11055350" y="16891"/>
                  </a:cubicBezTo>
                  <a:lnTo>
                    <a:pt x="11055350" y="2699131"/>
                  </a:lnTo>
                  <a:cubicBezTo>
                    <a:pt x="11055350" y="2708529"/>
                    <a:pt x="11047730" y="2716022"/>
                    <a:pt x="1103845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038459" y="2682240"/>
                  </a:lnTo>
                  <a:lnTo>
                    <a:pt x="11038459" y="2699131"/>
                  </a:lnTo>
                  <a:lnTo>
                    <a:pt x="11021568" y="2699131"/>
                  </a:lnTo>
                  <a:lnTo>
                    <a:pt x="11021568" y="16891"/>
                  </a:lnTo>
                  <a:lnTo>
                    <a:pt x="11038459" y="16891"/>
                  </a:lnTo>
                  <a:lnTo>
                    <a:pt x="11038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D7F3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497063" y="2730503"/>
            <a:ext cx="153419" cy="2037083"/>
            <a:chOff x="0" y="0"/>
            <a:chExt cx="204559" cy="27161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706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CD7F32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4470" cy="2716022"/>
            </a:xfrm>
            <a:custGeom>
              <a:avLst/>
              <a:gdLst/>
              <a:ahLst/>
              <a:cxnLst/>
              <a:rect r="r" b="b" t="t" l="l"/>
              <a:pathLst>
                <a:path h="27160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99131"/>
                  </a:lnTo>
                  <a:cubicBezTo>
                    <a:pt x="204470" y="2708529"/>
                    <a:pt x="196850" y="2716022"/>
                    <a:pt x="18757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87579" y="2682240"/>
                  </a:lnTo>
                  <a:lnTo>
                    <a:pt x="187579" y="2699131"/>
                  </a:lnTo>
                  <a:lnTo>
                    <a:pt x="170688" y="26991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D7F32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838944" y="2926080"/>
            <a:ext cx="7498080" cy="694944"/>
            <a:chOff x="0" y="0"/>
            <a:chExt cx="999744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99974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🥉 BRONZE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838944" y="3657600"/>
            <a:ext cx="7498080" cy="914400"/>
            <a:chOff x="0" y="0"/>
            <a:chExt cx="9997440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997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– 499 pts · Entry-level tier. Auto-registered from first QR order.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97063" y="5053079"/>
            <a:ext cx="8291579" cy="2037083"/>
            <a:chOff x="0" y="0"/>
            <a:chExt cx="11055439" cy="27161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102156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055350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055350">
                  <a:moveTo>
                    <a:pt x="16891" y="0"/>
                  </a:moveTo>
                  <a:lnTo>
                    <a:pt x="11038459" y="0"/>
                  </a:lnTo>
                  <a:cubicBezTo>
                    <a:pt x="11047857" y="0"/>
                    <a:pt x="11055350" y="7620"/>
                    <a:pt x="11055350" y="16891"/>
                  </a:cubicBezTo>
                  <a:lnTo>
                    <a:pt x="11055350" y="2699131"/>
                  </a:lnTo>
                  <a:cubicBezTo>
                    <a:pt x="11055350" y="2708529"/>
                    <a:pt x="11047730" y="2716022"/>
                    <a:pt x="1103845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038459" y="2682240"/>
                  </a:lnTo>
                  <a:lnTo>
                    <a:pt x="11038459" y="2699131"/>
                  </a:lnTo>
                  <a:lnTo>
                    <a:pt x="11021568" y="2699131"/>
                  </a:lnTo>
                  <a:lnTo>
                    <a:pt x="11021568" y="16891"/>
                  </a:lnTo>
                  <a:lnTo>
                    <a:pt x="11038459" y="16891"/>
                  </a:lnTo>
                  <a:lnTo>
                    <a:pt x="11038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A9AD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97063" y="5053079"/>
            <a:ext cx="153419" cy="2037083"/>
            <a:chOff x="0" y="0"/>
            <a:chExt cx="204559" cy="271611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706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A8A9AD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04470" cy="2716022"/>
            </a:xfrm>
            <a:custGeom>
              <a:avLst/>
              <a:gdLst/>
              <a:ahLst/>
              <a:cxnLst/>
              <a:rect r="r" b="b" t="t" l="l"/>
              <a:pathLst>
                <a:path h="27160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99131"/>
                  </a:lnTo>
                  <a:cubicBezTo>
                    <a:pt x="204470" y="2708529"/>
                    <a:pt x="196850" y="2716022"/>
                    <a:pt x="18757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87579" y="2682240"/>
                  </a:lnTo>
                  <a:lnTo>
                    <a:pt x="187579" y="2699131"/>
                  </a:lnTo>
                  <a:lnTo>
                    <a:pt x="170688" y="26991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A9A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838944" y="5248656"/>
            <a:ext cx="7498080" cy="694944"/>
            <a:chOff x="0" y="0"/>
            <a:chExt cx="999744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66675"/>
              <a:ext cx="99974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🥈 SILVER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838944" y="5980176"/>
            <a:ext cx="7498080" cy="914400"/>
            <a:chOff x="0" y="0"/>
            <a:chExt cx="9997440" cy="12192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9997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500 – 999 pts · Tracks visit count, last visit, total lifetime spend.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497063" y="7375655"/>
            <a:ext cx="8291579" cy="2037083"/>
            <a:chOff x="0" y="0"/>
            <a:chExt cx="11055439" cy="271611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102156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055350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055350">
                  <a:moveTo>
                    <a:pt x="16891" y="0"/>
                  </a:moveTo>
                  <a:lnTo>
                    <a:pt x="11038459" y="0"/>
                  </a:lnTo>
                  <a:cubicBezTo>
                    <a:pt x="11047857" y="0"/>
                    <a:pt x="11055350" y="7620"/>
                    <a:pt x="11055350" y="16891"/>
                  </a:cubicBezTo>
                  <a:lnTo>
                    <a:pt x="11055350" y="2699131"/>
                  </a:lnTo>
                  <a:cubicBezTo>
                    <a:pt x="11055350" y="2708529"/>
                    <a:pt x="11047730" y="2716022"/>
                    <a:pt x="1103845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038459" y="2682240"/>
                  </a:lnTo>
                  <a:lnTo>
                    <a:pt x="11038459" y="2699131"/>
                  </a:lnTo>
                  <a:lnTo>
                    <a:pt x="11021568" y="2699131"/>
                  </a:lnTo>
                  <a:lnTo>
                    <a:pt x="11021568" y="16891"/>
                  </a:lnTo>
                  <a:lnTo>
                    <a:pt x="11038459" y="16891"/>
                  </a:lnTo>
                  <a:lnTo>
                    <a:pt x="11038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FB53B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497063" y="7375655"/>
            <a:ext cx="153419" cy="2037083"/>
            <a:chOff x="0" y="0"/>
            <a:chExt cx="204559" cy="271611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706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CFB53B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04470" cy="2716022"/>
            </a:xfrm>
            <a:custGeom>
              <a:avLst/>
              <a:gdLst/>
              <a:ahLst/>
              <a:cxnLst/>
              <a:rect r="r" b="b" t="t" l="l"/>
              <a:pathLst>
                <a:path h="27160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99131"/>
                  </a:lnTo>
                  <a:cubicBezTo>
                    <a:pt x="204470" y="2708529"/>
                    <a:pt x="196850" y="2716022"/>
                    <a:pt x="18757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87579" y="2682240"/>
                  </a:lnTo>
                  <a:lnTo>
                    <a:pt x="187579" y="2699131"/>
                  </a:lnTo>
                  <a:lnTo>
                    <a:pt x="170688" y="26991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FB53B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838944" y="7571232"/>
            <a:ext cx="7498080" cy="694944"/>
            <a:chOff x="0" y="0"/>
            <a:chExt cx="9997440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66675"/>
              <a:ext cx="99974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🥇 GOLD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838944" y="8302752"/>
            <a:ext cx="7498080" cy="914400"/>
            <a:chOff x="0" y="0"/>
            <a:chExt cx="9997440" cy="12192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9997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1000+ pts · Top tier. Tier badge shown on QR order success screen.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457200" y="9601200"/>
            <a:ext cx="17373600" cy="402336"/>
            <a:chOff x="0" y="0"/>
            <a:chExt cx="23164800" cy="5364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3164800" cy="536448"/>
            </a:xfrm>
            <a:custGeom>
              <a:avLst/>
              <a:gdLst/>
              <a:ahLst/>
              <a:cxnLst/>
              <a:rect r="r" b="b" t="t" l="l"/>
              <a:pathLst>
                <a:path h="5364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1399" r="0" b="-79139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3164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8BA5B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Points earned = configurable per sale  ·  1pt per ₹10 default  ·  Audit log on every transaction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— QR Menu Innovation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app download. No login. Scan → view live menu → place order in seconds.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18823" y="2273303"/>
            <a:ext cx="2219963" cy="2219963"/>
            <a:chOff x="0" y="0"/>
            <a:chExt cx="2959951" cy="29599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1463040"/>
                  </a:moveTo>
                  <a:cubicBezTo>
                    <a:pt x="0" y="655066"/>
                    <a:pt x="655066" y="0"/>
                    <a:pt x="1463040" y="0"/>
                  </a:cubicBezTo>
                  <a:cubicBezTo>
                    <a:pt x="2271014" y="0"/>
                    <a:pt x="2926080" y="655066"/>
                    <a:pt x="2926080" y="1463040"/>
                  </a:cubicBezTo>
                  <a:cubicBezTo>
                    <a:pt x="2926080" y="2271014"/>
                    <a:pt x="2271014" y="2926080"/>
                    <a:pt x="1463040" y="2926080"/>
                  </a:cubicBezTo>
                  <a:cubicBezTo>
                    <a:pt x="655066" y="2926080"/>
                    <a:pt x="0" y="2271141"/>
                    <a:pt x="0" y="1463040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598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959862">
                  <a:moveTo>
                    <a:pt x="0" y="1479931"/>
                  </a:moveTo>
                  <a:cubicBezTo>
                    <a:pt x="0" y="662559"/>
                    <a:pt x="662559" y="0"/>
                    <a:pt x="1479931" y="0"/>
                  </a:cubicBezTo>
                  <a:lnTo>
                    <a:pt x="1479931" y="16891"/>
                  </a:lnTo>
                  <a:lnTo>
                    <a:pt x="1479931" y="0"/>
                  </a:lnTo>
                  <a:cubicBezTo>
                    <a:pt x="2297303" y="0"/>
                    <a:pt x="2959862" y="662559"/>
                    <a:pt x="2959862" y="1479931"/>
                  </a:cubicBezTo>
                  <a:lnTo>
                    <a:pt x="2942971" y="1479931"/>
                  </a:lnTo>
                  <a:lnTo>
                    <a:pt x="2959862" y="1479931"/>
                  </a:lnTo>
                  <a:cubicBezTo>
                    <a:pt x="2959862" y="2297303"/>
                    <a:pt x="2297303" y="2959862"/>
                    <a:pt x="1479931" y="2959862"/>
                  </a:cubicBezTo>
                  <a:lnTo>
                    <a:pt x="1479931" y="2942971"/>
                  </a:lnTo>
                  <a:lnTo>
                    <a:pt x="1479931" y="2959862"/>
                  </a:lnTo>
                  <a:cubicBezTo>
                    <a:pt x="662559" y="2959989"/>
                    <a:pt x="0" y="2297303"/>
                    <a:pt x="0" y="1479931"/>
                  </a:cubicBezTo>
                  <a:lnTo>
                    <a:pt x="16891" y="147993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0" y="1479931"/>
                  </a:lnTo>
                  <a:moveTo>
                    <a:pt x="33909" y="1479931"/>
                  </a:moveTo>
                  <a:cubicBezTo>
                    <a:pt x="33909" y="1489329"/>
                    <a:pt x="26289" y="1496822"/>
                    <a:pt x="17018" y="1496822"/>
                  </a:cubicBezTo>
                  <a:cubicBezTo>
                    <a:pt x="7747" y="1496822"/>
                    <a:pt x="0" y="1489329"/>
                    <a:pt x="0" y="1479931"/>
                  </a:cubicBezTo>
                  <a:cubicBezTo>
                    <a:pt x="0" y="1470533"/>
                    <a:pt x="7620" y="1463040"/>
                    <a:pt x="16891" y="1463040"/>
                  </a:cubicBezTo>
                  <a:cubicBezTo>
                    <a:pt x="26162" y="1463040"/>
                    <a:pt x="33782" y="1470660"/>
                    <a:pt x="33782" y="1479931"/>
                  </a:cubicBezTo>
                  <a:cubicBezTo>
                    <a:pt x="33782" y="2278634"/>
                    <a:pt x="681228" y="2926080"/>
                    <a:pt x="1479931" y="2926080"/>
                  </a:cubicBezTo>
                  <a:cubicBezTo>
                    <a:pt x="2278634" y="2926080"/>
                    <a:pt x="2926080" y="2278634"/>
                    <a:pt x="2926080" y="1479931"/>
                  </a:cubicBezTo>
                  <a:cubicBezTo>
                    <a:pt x="2926080" y="681228"/>
                    <a:pt x="2278634" y="33782"/>
                    <a:pt x="1479931" y="33782"/>
                  </a:cubicBezTo>
                  <a:lnTo>
                    <a:pt x="1479931" y="16891"/>
                  </a:lnTo>
                  <a:lnTo>
                    <a:pt x="1479931" y="33909"/>
                  </a:lnTo>
                  <a:cubicBezTo>
                    <a:pt x="681355" y="33909"/>
                    <a:pt x="33909" y="681355"/>
                    <a:pt x="33909" y="1479931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2286000"/>
            <a:ext cx="2194560" cy="1188720"/>
            <a:chOff x="0" y="0"/>
            <a:chExt cx="2926080" cy="1584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2926080" cy="166116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8640" y="4663440"/>
            <a:ext cx="2560320" cy="731520"/>
            <a:chOff x="0" y="0"/>
            <a:chExt cx="341376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Scan QR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980944" y="3108960"/>
            <a:ext cx="731520" cy="640080"/>
            <a:chOff x="0" y="0"/>
            <a:chExt cx="97536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9753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138679" y="2273303"/>
            <a:ext cx="2219963" cy="2219963"/>
            <a:chOff x="0" y="0"/>
            <a:chExt cx="2959951" cy="29599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1463040"/>
                  </a:moveTo>
                  <a:cubicBezTo>
                    <a:pt x="0" y="655066"/>
                    <a:pt x="655066" y="0"/>
                    <a:pt x="1463040" y="0"/>
                  </a:cubicBezTo>
                  <a:cubicBezTo>
                    <a:pt x="2271014" y="0"/>
                    <a:pt x="2926080" y="655066"/>
                    <a:pt x="2926080" y="1463040"/>
                  </a:cubicBezTo>
                  <a:cubicBezTo>
                    <a:pt x="2926080" y="2271014"/>
                    <a:pt x="2271014" y="2926080"/>
                    <a:pt x="1463040" y="2926080"/>
                  </a:cubicBezTo>
                  <a:cubicBezTo>
                    <a:pt x="655066" y="2926080"/>
                    <a:pt x="0" y="2271141"/>
                    <a:pt x="0" y="1463040"/>
                  </a:cubicBez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598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959862">
                  <a:moveTo>
                    <a:pt x="0" y="1479931"/>
                  </a:moveTo>
                  <a:cubicBezTo>
                    <a:pt x="0" y="662559"/>
                    <a:pt x="662559" y="0"/>
                    <a:pt x="1479931" y="0"/>
                  </a:cubicBezTo>
                  <a:lnTo>
                    <a:pt x="1479931" y="16891"/>
                  </a:lnTo>
                  <a:lnTo>
                    <a:pt x="1479931" y="0"/>
                  </a:lnTo>
                  <a:cubicBezTo>
                    <a:pt x="2297303" y="0"/>
                    <a:pt x="2959862" y="662559"/>
                    <a:pt x="2959862" y="1479931"/>
                  </a:cubicBezTo>
                  <a:lnTo>
                    <a:pt x="2942971" y="1479931"/>
                  </a:lnTo>
                  <a:lnTo>
                    <a:pt x="2959862" y="1479931"/>
                  </a:lnTo>
                  <a:cubicBezTo>
                    <a:pt x="2959862" y="2297303"/>
                    <a:pt x="2297303" y="2959862"/>
                    <a:pt x="1479931" y="2959862"/>
                  </a:cubicBezTo>
                  <a:lnTo>
                    <a:pt x="1479931" y="2942971"/>
                  </a:lnTo>
                  <a:lnTo>
                    <a:pt x="1479931" y="2959862"/>
                  </a:lnTo>
                  <a:cubicBezTo>
                    <a:pt x="662559" y="2959989"/>
                    <a:pt x="0" y="2297303"/>
                    <a:pt x="0" y="1479931"/>
                  </a:cubicBezTo>
                  <a:lnTo>
                    <a:pt x="16891" y="147993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0" y="1479931"/>
                  </a:lnTo>
                  <a:moveTo>
                    <a:pt x="33909" y="1479931"/>
                  </a:moveTo>
                  <a:cubicBezTo>
                    <a:pt x="33909" y="1489329"/>
                    <a:pt x="26289" y="1496822"/>
                    <a:pt x="17018" y="1496822"/>
                  </a:cubicBezTo>
                  <a:cubicBezTo>
                    <a:pt x="7747" y="1496822"/>
                    <a:pt x="0" y="1489329"/>
                    <a:pt x="0" y="1479931"/>
                  </a:cubicBezTo>
                  <a:cubicBezTo>
                    <a:pt x="0" y="1470533"/>
                    <a:pt x="7620" y="1463040"/>
                    <a:pt x="16891" y="1463040"/>
                  </a:cubicBezTo>
                  <a:cubicBezTo>
                    <a:pt x="26162" y="1463040"/>
                    <a:pt x="33782" y="1470660"/>
                    <a:pt x="33782" y="1479931"/>
                  </a:cubicBezTo>
                  <a:cubicBezTo>
                    <a:pt x="33782" y="2278634"/>
                    <a:pt x="681228" y="2926080"/>
                    <a:pt x="1479931" y="2926080"/>
                  </a:cubicBezTo>
                  <a:cubicBezTo>
                    <a:pt x="2278634" y="2926080"/>
                    <a:pt x="2926080" y="2278634"/>
                    <a:pt x="2926080" y="1479931"/>
                  </a:cubicBezTo>
                  <a:cubicBezTo>
                    <a:pt x="2926080" y="681228"/>
                    <a:pt x="2278634" y="33782"/>
                    <a:pt x="1479931" y="33782"/>
                  </a:cubicBezTo>
                  <a:lnTo>
                    <a:pt x="1479931" y="16891"/>
                  </a:lnTo>
                  <a:lnTo>
                    <a:pt x="1479931" y="33909"/>
                  </a:lnTo>
                  <a:cubicBezTo>
                    <a:pt x="681355" y="33909"/>
                    <a:pt x="33909" y="681355"/>
                    <a:pt x="33909" y="1479931"/>
                  </a:cubicBez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151376" y="2286000"/>
            <a:ext cx="2194560" cy="1188720"/>
            <a:chOff x="0" y="0"/>
            <a:chExt cx="2926080" cy="1584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2926080" cy="166116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968496" y="4663440"/>
            <a:ext cx="2560320" cy="731520"/>
            <a:chOff x="0" y="0"/>
            <a:chExt cx="341376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 Live Menu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00800" y="3108960"/>
            <a:ext cx="731520" cy="640080"/>
            <a:chOff x="0" y="0"/>
            <a:chExt cx="97536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9753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58535" y="2273303"/>
            <a:ext cx="2219963" cy="2219963"/>
            <a:chOff x="0" y="0"/>
            <a:chExt cx="2959951" cy="29599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1463040"/>
                  </a:moveTo>
                  <a:cubicBezTo>
                    <a:pt x="0" y="655066"/>
                    <a:pt x="655066" y="0"/>
                    <a:pt x="1463040" y="0"/>
                  </a:cubicBezTo>
                  <a:cubicBezTo>
                    <a:pt x="2271014" y="0"/>
                    <a:pt x="2926080" y="655066"/>
                    <a:pt x="2926080" y="1463040"/>
                  </a:cubicBezTo>
                  <a:cubicBezTo>
                    <a:pt x="2926080" y="2271014"/>
                    <a:pt x="2271014" y="2926080"/>
                    <a:pt x="1463040" y="2926080"/>
                  </a:cubicBezTo>
                  <a:cubicBezTo>
                    <a:pt x="655066" y="2926080"/>
                    <a:pt x="0" y="2271141"/>
                    <a:pt x="0" y="14630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598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959862">
                  <a:moveTo>
                    <a:pt x="0" y="1479931"/>
                  </a:moveTo>
                  <a:cubicBezTo>
                    <a:pt x="0" y="662559"/>
                    <a:pt x="662559" y="0"/>
                    <a:pt x="1479931" y="0"/>
                  </a:cubicBezTo>
                  <a:lnTo>
                    <a:pt x="1479931" y="16891"/>
                  </a:lnTo>
                  <a:lnTo>
                    <a:pt x="1479931" y="0"/>
                  </a:lnTo>
                  <a:cubicBezTo>
                    <a:pt x="2297303" y="0"/>
                    <a:pt x="2959862" y="662559"/>
                    <a:pt x="2959862" y="1479931"/>
                  </a:cubicBezTo>
                  <a:lnTo>
                    <a:pt x="2942971" y="1479931"/>
                  </a:lnTo>
                  <a:lnTo>
                    <a:pt x="2959862" y="1479931"/>
                  </a:lnTo>
                  <a:cubicBezTo>
                    <a:pt x="2959862" y="2297303"/>
                    <a:pt x="2297303" y="2959862"/>
                    <a:pt x="1479931" y="2959862"/>
                  </a:cubicBezTo>
                  <a:lnTo>
                    <a:pt x="1479931" y="2942971"/>
                  </a:lnTo>
                  <a:lnTo>
                    <a:pt x="1479931" y="2959862"/>
                  </a:lnTo>
                  <a:cubicBezTo>
                    <a:pt x="662559" y="2959989"/>
                    <a:pt x="0" y="2297303"/>
                    <a:pt x="0" y="1479931"/>
                  </a:cubicBezTo>
                  <a:lnTo>
                    <a:pt x="16891" y="147993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0" y="1479931"/>
                  </a:lnTo>
                  <a:moveTo>
                    <a:pt x="33909" y="1479931"/>
                  </a:moveTo>
                  <a:cubicBezTo>
                    <a:pt x="33909" y="1489329"/>
                    <a:pt x="26289" y="1496822"/>
                    <a:pt x="17018" y="1496822"/>
                  </a:cubicBezTo>
                  <a:cubicBezTo>
                    <a:pt x="7747" y="1496822"/>
                    <a:pt x="0" y="1489329"/>
                    <a:pt x="0" y="1479931"/>
                  </a:cubicBezTo>
                  <a:cubicBezTo>
                    <a:pt x="0" y="1470533"/>
                    <a:pt x="7620" y="1463040"/>
                    <a:pt x="16891" y="1463040"/>
                  </a:cubicBezTo>
                  <a:cubicBezTo>
                    <a:pt x="26162" y="1463040"/>
                    <a:pt x="33782" y="1470660"/>
                    <a:pt x="33782" y="1479931"/>
                  </a:cubicBezTo>
                  <a:cubicBezTo>
                    <a:pt x="33782" y="2278634"/>
                    <a:pt x="681228" y="2926080"/>
                    <a:pt x="1479931" y="2926080"/>
                  </a:cubicBezTo>
                  <a:cubicBezTo>
                    <a:pt x="2278634" y="2926080"/>
                    <a:pt x="2926080" y="2278634"/>
                    <a:pt x="2926080" y="1479931"/>
                  </a:cubicBezTo>
                  <a:cubicBezTo>
                    <a:pt x="2926080" y="681228"/>
                    <a:pt x="2278634" y="33782"/>
                    <a:pt x="1479931" y="33782"/>
                  </a:cubicBezTo>
                  <a:lnTo>
                    <a:pt x="1479931" y="16891"/>
                  </a:lnTo>
                  <a:lnTo>
                    <a:pt x="1479931" y="33909"/>
                  </a:lnTo>
                  <a:cubicBezTo>
                    <a:pt x="681355" y="33909"/>
                    <a:pt x="33909" y="681355"/>
                    <a:pt x="33909" y="1479931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571232" y="2286000"/>
            <a:ext cx="2194560" cy="1188720"/>
            <a:chOff x="0" y="0"/>
            <a:chExt cx="292608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2926080" cy="166116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388352" y="4663440"/>
            <a:ext cx="2560320" cy="731520"/>
            <a:chOff x="0" y="0"/>
            <a:chExt cx="341376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Place Order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20656" y="3108960"/>
            <a:ext cx="731520" cy="640080"/>
            <a:chOff x="0" y="0"/>
            <a:chExt cx="97536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9753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978391" y="2273303"/>
            <a:ext cx="2219963" cy="2219963"/>
            <a:chOff x="0" y="0"/>
            <a:chExt cx="2959951" cy="29599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1463040"/>
                  </a:moveTo>
                  <a:cubicBezTo>
                    <a:pt x="0" y="655066"/>
                    <a:pt x="655066" y="0"/>
                    <a:pt x="1463040" y="0"/>
                  </a:cubicBezTo>
                  <a:cubicBezTo>
                    <a:pt x="2271014" y="0"/>
                    <a:pt x="2926080" y="655066"/>
                    <a:pt x="2926080" y="1463040"/>
                  </a:cubicBezTo>
                  <a:cubicBezTo>
                    <a:pt x="2926080" y="2271014"/>
                    <a:pt x="2271014" y="2926080"/>
                    <a:pt x="1463040" y="2926080"/>
                  </a:cubicBezTo>
                  <a:cubicBezTo>
                    <a:pt x="655066" y="2926080"/>
                    <a:pt x="0" y="2271141"/>
                    <a:pt x="0" y="146304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598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959862">
                  <a:moveTo>
                    <a:pt x="0" y="1479931"/>
                  </a:moveTo>
                  <a:cubicBezTo>
                    <a:pt x="0" y="662559"/>
                    <a:pt x="662559" y="0"/>
                    <a:pt x="1479931" y="0"/>
                  </a:cubicBezTo>
                  <a:lnTo>
                    <a:pt x="1479931" y="16891"/>
                  </a:lnTo>
                  <a:lnTo>
                    <a:pt x="1479931" y="0"/>
                  </a:lnTo>
                  <a:cubicBezTo>
                    <a:pt x="2297303" y="0"/>
                    <a:pt x="2959862" y="662559"/>
                    <a:pt x="2959862" y="1479931"/>
                  </a:cubicBezTo>
                  <a:lnTo>
                    <a:pt x="2942971" y="1479931"/>
                  </a:lnTo>
                  <a:lnTo>
                    <a:pt x="2959862" y="1479931"/>
                  </a:lnTo>
                  <a:cubicBezTo>
                    <a:pt x="2959862" y="2297303"/>
                    <a:pt x="2297303" y="2959862"/>
                    <a:pt x="1479931" y="2959862"/>
                  </a:cubicBezTo>
                  <a:lnTo>
                    <a:pt x="1479931" y="2942971"/>
                  </a:lnTo>
                  <a:lnTo>
                    <a:pt x="1479931" y="2959862"/>
                  </a:lnTo>
                  <a:cubicBezTo>
                    <a:pt x="662559" y="2959989"/>
                    <a:pt x="0" y="2297303"/>
                    <a:pt x="0" y="1479931"/>
                  </a:cubicBezTo>
                  <a:lnTo>
                    <a:pt x="16891" y="147993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0" y="1479931"/>
                  </a:lnTo>
                  <a:moveTo>
                    <a:pt x="33909" y="1479931"/>
                  </a:moveTo>
                  <a:cubicBezTo>
                    <a:pt x="33909" y="1489329"/>
                    <a:pt x="26289" y="1496822"/>
                    <a:pt x="17018" y="1496822"/>
                  </a:cubicBezTo>
                  <a:cubicBezTo>
                    <a:pt x="7747" y="1496822"/>
                    <a:pt x="0" y="1489329"/>
                    <a:pt x="0" y="1479931"/>
                  </a:cubicBezTo>
                  <a:cubicBezTo>
                    <a:pt x="0" y="1470533"/>
                    <a:pt x="7620" y="1463040"/>
                    <a:pt x="16891" y="1463040"/>
                  </a:cubicBezTo>
                  <a:cubicBezTo>
                    <a:pt x="26162" y="1463040"/>
                    <a:pt x="33782" y="1470660"/>
                    <a:pt x="33782" y="1479931"/>
                  </a:cubicBezTo>
                  <a:cubicBezTo>
                    <a:pt x="33782" y="2278634"/>
                    <a:pt x="681228" y="2926080"/>
                    <a:pt x="1479931" y="2926080"/>
                  </a:cubicBezTo>
                  <a:cubicBezTo>
                    <a:pt x="2278634" y="2926080"/>
                    <a:pt x="2926080" y="2278634"/>
                    <a:pt x="2926080" y="1479931"/>
                  </a:cubicBezTo>
                  <a:cubicBezTo>
                    <a:pt x="2926080" y="681228"/>
                    <a:pt x="2278634" y="33782"/>
                    <a:pt x="1479931" y="33782"/>
                  </a:cubicBezTo>
                  <a:lnTo>
                    <a:pt x="1479931" y="16891"/>
                  </a:lnTo>
                  <a:lnTo>
                    <a:pt x="1479931" y="33909"/>
                  </a:lnTo>
                  <a:cubicBezTo>
                    <a:pt x="681355" y="33909"/>
                    <a:pt x="33909" y="681355"/>
                    <a:pt x="33909" y="1479931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991088" y="2286000"/>
            <a:ext cx="2194560" cy="1188720"/>
            <a:chOff x="0" y="0"/>
            <a:chExt cx="292608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260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2926080" cy="166116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08208" y="4663440"/>
            <a:ext cx="2560320" cy="731520"/>
            <a:chOff x="0" y="0"/>
            <a:chExt cx="341376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ERP Receives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240512" y="3108960"/>
            <a:ext cx="731520" cy="640080"/>
            <a:chOff x="0" y="0"/>
            <a:chExt cx="97536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9753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398247" y="2273303"/>
            <a:ext cx="2219963" cy="2219963"/>
            <a:chOff x="0" y="0"/>
            <a:chExt cx="2959951" cy="29599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1463040"/>
                  </a:moveTo>
                  <a:cubicBezTo>
                    <a:pt x="0" y="655066"/>
                    <a:pt x="655066" y="0"/>
                    <a:pt x="1463040" y="0"/>
                  </a:cubicBezTo>
                  <a:cubicBezTo>
                    <a:pt x="2271014" y="0"/>
                    <a:pt x="2926080" y="655066"/>
                    <a:pt x="2926080" y="1463040"/>
                  </a:cubicBezTo>
                  <a:cubicBezTo>
                    <a:pt x="2926080" y="2271014"/>
                    <a:pt x="2271014" y="2926080"/>
                    <a:pt x="1463040" y="2926080"/>
                  </a:cubicBezTo>
                  <a:cubicBezTo>
                    <a:pt x="655066" y="2926080"/>
                    <a:pt x="0" y="2271141"/>
                    <a:pt x="0" y="1463040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598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959862">
                  <a:moveTo>
                    <a:pt x="0" y="1479931"/>
                  </a:moveTo>
                  <a:cubicBezTo>
                    <a:pt x="0" y="662559"/>
                    <a:pt x="662559" y="0"/>
                    <a:pt x="1479931" y="0"/>
                  </a:cubicBezTo>
                  <a:lnTo>
                    <a:pt x="1479931" y="16891"/>
                  </a:lnTo>
                  <a:lnTo>
                    <a:pt x="1479931" y="0"/>
                  </a:lnTo>
                  <a:cubicBezTo>
                    <a:pt x="2297303" y="0"/>
                    <a:pt x="2959862" y="662559"/>
                    <a:pt x="2959862" y="1479931"/>
                  </a:cubicBezTo>
                  <a:lnTo>
                    <a:pt x="2942971" y="1479931"/>
                  </a:lnTo>
                  <a:lnTo>
                    <a:pt x="2959862" y="1479931"/>
                  </a:lnTo>
                  <a:cubicBezTo>
                    <a:pt x="2959862" y="2297303"/>
                    <a:pt x="2297303" y="2959862"/>
                    <a:pt x="1479931" y="2959862"/>
                  </a:cubicBezTo>
                  <a:lnTo>
                    <a:pt x="1479931" y="2942971"/>
                  </a:lnTo>
                  <a:lnTo>
                    <a:pt x="1479931" y="2959862"/>
                  </a:lnTo>
                  <a:cubicBezTo>
                    <a:pt x="662559" y="2959989"/>
                    <a:pt x="0" y="2297303"/>
                    <a:pt x="0" y="1479931"/>
                  </a:cubicBezTo>
                  <a:lnTo>
                    <a:pt x="16891" y="147993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0" y="1479931"/>
                  </a:lnTo>
                  <a:moveTo>
                    <a:pt x="33909" y="1479931"/>
                  </a:moveTo>
                  <a:cubicBezTo>
                    <a:pt x="33909" y="1489329"/>
                    <a:pt x="26289" y="1496822"/>
                    <a:pt x="17018" y="1496822"/>
                  </a:cubicBezTo>
                  <a:cubicBezTo>
                    <a:pt x="7747" y="1496822"/>
                    <a:pt x="0" y="1489329"/>
                    <a:pt x="0" y="1479931"/>
                  </a:cubicBezTo>
                  <a:cubicBezTo>
                    <a:pt x="0" y="1470533"/>
                    <a:pt x="7620" y="1463040"/>
                    <a:pt x="16891" y="1463040"/>
                  </a:cubicBezTo>
                  <a:cubicBezTo>
                    <a:pt x="26162" y="1463040"/>
                    <a:pt x="33782" y="1470660"/>
                    <a:pt x="33782" y="1479931"/>
                  </a:cubicBezTo>
                  <a:cubicBezTo>
                    <a:pt x="33782" y="2278634"/>
                    <a:pt x="681228" y="2926080"/>
                    <a:pt x="1479931" y="2926080"/>
                  </a:cubicBezTo>
                  <a:cubicBezTo>
                    <a:pt x="2278634" y="2926080"/>
                    <a:pt x="2926080" y="2278634"/>
                    <a:pt x="2926080" y="1479931"/>
                  </a:cubicBezTo>
                  <a:cubicBezTo>
                    <a:pt x="2926080" y="681228"/>
                    <a:pt x="2278634" y="33782"/>
                    <a:pt x="1479931" y="33782"/>
                  </a:cubicBezTo>
                  <a:lnTo>
                    <a:pt x="1479931" y="16891"/>
                  </a:lnTo>
                  <a:lnTo>
                    <a:pt x="1479931" y="33909"/>
                  </a:lnTo>
                  <a:cubicBezTo>
                    <a:pt x="681355" y="33909"/>
                    <a:pt x="33909" y="681355"/>
                    <a:pt x="33909" y="1479931"/>
                  </a:cubicBez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410944" y="2286000"/>
            <a:ext cx="2194560" cy="1188720"/>
            <a:chOff x="0" y="0"/>
            <a:chExt cx="292608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60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2926080" cy="166116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228064" y="4663440"/>
            <a:ext cx="2560320" cy="731520"/>
            <a:chOff x="0" y="0"/>
            <a:chExt cx="341376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Staff Fulfil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44503" y="5656583"/>
            <a:ext cx="5639819" cy="3683003"/>
            <a:chOff x="0" y="0"/>
            <a:chExt cx="7519759" cy="49106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4858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519670" cy="4910582"/>
            </a:xfrm>
            <a:custGeom>
              <a:avLst/>
              <a:gdLst/>
              <a:ahLst/>
              <a:cxnLst/>
              <a:rect r="r" b="b" t="t" l="l"/>
              <a:pathLst>
                <a:path h="491058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4893691"/>
                  </a:lnTo>
                  <a:cubicBezTo>
                    <a:pt x="7519670" y="4903089"/>
                    <a:pt x="7512050" y="4910582"/>
                    <a:pt x="7502779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502779" y="4876800"/>
                  </a:lnTo>
                  <a:lnTo>
                    <a:pt x="7502779" y="4893691"/>
                  </a:lnTo>
                  <a:lnTo>
                    <a:pt x="7485888" y="489369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44503" y="5656583"/>
            <a:ext cx="153419" cy="3683003"/>
            <a:chOff x="0" y="0"/>
            <a:chExt cx="204559" cy="491067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706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4470" cy="4910582"/>
            </a:xfrm>
            <a:custGeom>
              <a:avLst/>
              <a:gdLst/>
              <a:ahLst/>
              <a:cxnLst/>
              <a:rect r="r" b="b" t="t" l="l"/>
              <a:pathLst>
                <a:path h="49105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893691"/>
                  </a:lnTo>
                  <a:cubicBezTo>
                    <a:pt x="204470" y="4903089"/>
                    <a:pt x="196850" y="4910582"/>
                    <a:pt x="187579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87579" y="4876800"/>
                  </a:lnTo>
                  <a:lnTo>
                    <a:pt x="187579" y="4893691"/>
                  </a:lnTo>
                  <a:lnTo>
                    <a:pt x="170688" y="48936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22960" y="5852160"/>
            <a:ext cx="4937760" cy="731520"/>
            <a:chOff x="0" y="0"/>
            <a:chExt cx="6583680" cy="975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65836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Full Stock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22960" y="6675120"/>
            <a:ext cx="4937760" cy="2377440"/>
            <a:chOff x="0" y="0"/>
            <a:chExt cx="6583680" cy="31699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5836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75" t="0" r="-11775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58368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"Fulfil Now" — one tap logs the sale and awards loyalty points instantly.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424679" y="5656583"/>
            <a:ext cx="5639819" cy="3683003"/>
            <a:chOff x="0" y="0"/>
            <a:chExt cx="7519759" cy="49106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4858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519670" cy="4910582"/>
            </a:xfrm>
            <a:custGeom>
              <a:avLst/>
              <a:gdLst/>
              <a:ahLst/>
              <a:cxnLst/>
              <a:rect r="r" b="b" t="t" l="l"/>
              <a:pathLst>
                <a:path h="491058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4893691"/>
                  </a:lnTo>
                  <a:cubicBezTo>
                    <a:pt x="7519670" y="4903089"/>
                    <a:pt x="7512050" y="4910582"/>
                    <a:pt x="7502779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502779" y="4876800"/>
                  </a:lnTo>
                  <a:lnTo>
                    <a:pt x="7502779" y="4893691"/>
                  </a:lnTo>
                  <a:lnTo>
                    <a:pt x="7485888" y="489369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424679" y="5656583"/>
            <a:ext cx="153419" cy="3683003"/>
            <a:chOff x="0" y="0"/>
            <a:chExt cx="204559" cy="491067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706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04470" cy="4910582"/>
            </a:xfrm>
            <a:custGeom>
              <a:avLst/>
              <a:gdLst/>
              <a:ahLst/>
              <a:cxnLst/>
              <a:rect r="r" b="b" t="t" l="l"/>
              <a:pathLst>
                <a:path h="49105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893691"/>
                  </a:lnTo>
                  <a:cubicBezTo>
                    <a:pt x="204470" y="4903089"/>
                    <a:pt x="196850" y="4910582"/>
                    <a:pt x="187579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87579" y="4876800"/>
                  </a:lnTo>
                  <a:lnTo>
                    <a:pt x="187579" y="4893691"/>
                  </a:lnTo>
                  <a:lnTo>
                    <a:pt x="170688" y="48936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803136" y="5852160"/>
            <a:ext cx="4937760" cy="731520"/>
            <a:chOff x="0" y="0"/>
            <a:chExt cx="6583680" cy="9753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65836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Partial Stock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803136" y="6675120"/>
            <a:ext cx="4937760" cy="2377440"/>
            <a:chOff x="0" y="0"/>
            <a:chExt cx="6583680" cy="31699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5836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75" t="0" r="-11775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58368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"Sell X in stock" + "Produce Y more" — split fulfilment with production trigger.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404855" y="5656583"/>
            <a:ext cx="5639819" cy="3683003"/>
            <a:chOff x="0" y="0"/>
            <a:chExt cx="7519759" cy="491067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74858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519670" cy="4910582"/>
            </a:xfrm>
            <a:custGeom>
              <a:avLst/>
              <a:gdLst/>
              <a:ahLst/>
              <a:cxnLst/>
              <a:rect r="r" b="b" t="t" l="l"/>
              <a:pathLst>
                <a:path h="491058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4893691"/>
                  </a:lnTo>
                  <a:cubicBezTo>
                    <a:pt x="7519670" y="4903089"/>
                    <a:pt x="7512050" y="4910582"/>
                    <a:pt x="7502779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502779" y="4876800"/>
                  </a:lnTo>
                  <a:lnTo>
                    <a:pt x="7502779" y="4893691"/>
                  </a:lnTo>
                  <a:lnTo>
                    <a:pt x="7485888" y="489369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404855" y="5656583"/>
            <a:ext cx="153419" cy="3683003"/>
            <a:chOff x="0" y="0"/>
            <a:chExt cx="204559" cy="491067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706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87171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04470" cy="4910582"/>
            </a:xfrm>
            <a:custGeom>
              <a:avLst/>
              <a:gdLst/>
              <a:ahLst/>
              <a:cxnLst/>
              <a:rect r="r" b="b" t="t" l="l"/>
              <a:pathLst>
                <a:path h="49105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893691"/>
                  </a:lnTo>
                  <a:cubicBezTo>
                    <a:pt x="204470" y="4903089"/>
                    <a:pt x="196850" y="4910582"/>
                    <a:pt x="187579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87579" y="4876800"/>
                  </a:lnTo>
                  <a:lnTo>
                    <a:pt x="187579" y="4893691"/>
                  </a:lnTo>
                  <a:lnTo>
                    <a:pt x="170688" y="48936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783312" y="5852160"/>
            <a:ext cx="4937760" cy="731520"/>
            <a:chOff x="0" y="0"/>
            <a:chExt cx="6583680" cy="9753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65836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🔴 No Stock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783312" y="6675120"/>
            <a:ext cx="4937760" cy="2377440"/>
            <a:chOff x="0" y="0"/>
            <a:chExt cx="6583680" cy="31699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5836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75" t="0" r="-11775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58368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"Log Production" — deducts raw materials, creates finished goods, then logs the sale.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— API Endpoint Map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 REST controllers — Spring Boot base URL localhost:8080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273303"/>
            <a:ext cx="5639819" cy="2219963"/>
            <a:chOff x="0" y="0"/>
            <a:chExt cx="7519759" cy="29599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4858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196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942971"/>
                  </a:lnTo>
                  <a:cubicBezTo>
                    <a:pt x="7519670" y="2952369"/>
                    <a:pt x="7512050" y="2959862"/>
                    <a:pt x="75027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502779" y="2926080"/>
                  </a:lnTo>
                  <a:lnTo>
                    <a:pt x="7502779" y="2942971"/>
                  </a:lnTo>
                  <a:lnTo>
                    <a:pt x="7485888" y="294297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273303"/>
            <a:ext cx="153419" cy="2219963"/>
            <a:chOff x="0" y="0"/>
            <a:chExt cx="204559" cy="29599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44503" y="2273303"/>
            <a:ext cx="5639819" cy="610619"/>
            <a:chOff x="0" y="0"/>
            <a:chExt cx="7519759" cy="8141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19670" cy="814072"/>
            </a:xfrm>
            <a:custGeom>
              <a:avLst/>
              <a:gdLst/>
              <a:ahLst/>
              <a:cxnLst/>
              <a:rect r="r" b="b" t="t" l="l"/>
              <a:pathLst>
                <a:path h="81407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797179"/>
                  </a:lnTo>
                  <a:cubicBezTo>
                    <a:pt x="7519670" y="806577"/>
                    <a:pt x="7512050" y="814070"/>
                    <a:pt x="75027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502779" y="780288"/>
                  </a:lnTo>
                  <a:lnTo>
                    <a:pt x="7502779" y="797179"/>
                  </a:lnTo>
                  <a:lnTo>
                    <a:pt x="7485888" y="79717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57200" y="2286000"/>
            <a:ext cx="5614416" cy="585216"/>
            <a:chOff x="0" y="0"/>
            <a:chExt cx="7485888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4858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/api/auth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2926080"/>
            <a:ext cx="5029200" cy="365760"/>
            <a:chOff x="0" y="0"/>
            <a:chExt cx="670560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POST /login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1520" y="3319272"/>
            <a:ext cx="5029200" cy="365760"/>
            <a:chOff x="0" y="0"/>
            <a:chExt cx="670560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POST /register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31520" y="3712464"/>
            <a:ext cx="5029200" cy="365760"/>
            <a:chOff x="0" y="0"/>
            <a:chExt cx="6705600" cy="487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 /me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24679" y="2273303"/>
            <a:ext cx="5639819" cy="2219963"/>
            <a:chOff x="0" y="0"/>
            <a:chExt cx="7519759" cy="29599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4858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196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942971"/>
                  </a:lnTo>
                  <a:cubicBezTo>
                    <a:pt x="7519670" y="2952369"/>
                    <a:pt x="7512050" y="2959862"/>
                    <a:pt x="75027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502779" y="2926080"/>
                  </a:lnTo>
                  <a:lnTo>
                    <a:pt x="7502779" y="2942971"/>
                  </a:lnTo>
                  <a:lnTo>
                    <a:pt x="7485888" y="294297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24679" y="2273303"/>
            <a:ext cx="153419" cy="2219963"/>
            <a:chOff x="0" y="0"/>
            <a:chExt cx="204559" cy="29599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24679" y="2273303"/>
            <a:ext cx="5639819" cy="610619"/>
            <a:chOff x="0" y="0"/>
            <a:chExt cx="7519759" cy="8141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19670" cy="814072"/>
            </a:xfrm>
            <a:custGeom>
              <a:avLst/>
              <a:gdLst/>
              <a:ahLst/>
              <a:cxnLst/>
              <a:rect r="r" b="b" t="t" l="l"/>
              <a:pathLst>
                <a:path h="81407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797179"/>
                  </a:lnTo>
                  <a:cubicBezTo>
                    <a:pt x="7519670" y="806577"/>
                    <a:pt x="7512050" y="814070"/>
                    <a:pt x="75027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502779" y="780288"/>
                  </a:lnTo>
                  <a:lnTo>
                    <a:pt x="7502779" y="797179"/>
                  </a:lnTo>
                  <a:lnTo>
                    <a:pt x="7485888" y="79717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37376" y="2286000"/>
            <a:ext cx="5614416" cy="585216"/>
            <a:chOff x="0" y="0"/>
            <a:chExt cx="7485888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4858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/api/recipes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11696" y="2926080"/>
            <a:ext cx="5029200" cy="365760"/>
            <a:chOff x="0" y="0"/>
            <a:chExt cx="6705600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GET, POST, GET/:id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11696" y="3319272"/>
            <a:ext cx="5029200" cy="365760"/>
            <a:chOff x="0" y="0"/>
            <a:chExt cx="6705600" cy="48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PUT/:id, DELETE/:id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711696" y="3712464"/>
            <a:ext cx="5029200" cy="365760"/>
            <a:chOff x="0" y="0"/>
            <a:chExt cx="6705600" cy="487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GET/:id/nutrition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711696" y="4105656"/>
            <a:ext cx="5029200" cy="365760"/>
            <a:chOff x="0" y="0"/>
            <a:chExt cx="670560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GET/:id/versions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404855" y="2273303"/>
            <a:ext cx="5639819" cy="2219963"/>
            <a:chOff x="0" y="0"/>
            <a:chExt cx="7519759" cy="29599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4858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196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942971"/>
                  </a:lnTo>
                  <a:cubicBezTo>
                    <a:pt x="7519670" y="2952369"/>
                    <a:pt x="7512050" y="2959862"/>
                    <a:pt x="75027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502779" y="2926080"/>
                  </a:lnTo>
                  <a:lnTo>
                    <a:pt x="7502779" y="2942971"/>
                  </a:lnTo>
                  <a:lnTo>
                    <a:pt x="7485888" y="294297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404855" y="2273303"/>
            <a:ext cx="153419" cy="2219963"/>
            <a:chOff x="0" y="0"/>
            <a:chExt cx="204559" cy="29599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404855" y="2273303"/>
            <a:ext cx="5639819" cy="610619"/>
            <a:chOff x="0" y="0"/>
            <a:chExt cx="7519759" cy="81415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519670" cy="814072"/>
            </a:xfrm>
            <a:custGeom>
              <a:avLst/>
              <a:gdLst/>
              <a:ahLst/>
              <a:cxnLst/>
              <a:rect r="r" b="b" t="t" l="l"/>
              <a:pathLst>
                <a:path h="81407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797179"/>
                  </a:lnTo>
                  <a:cubicBezTo>
                    <a:pt x="7519670" y="806577"/>
                    <a:pt x="7512050" y="814070"/>
                    <a:pt x="75027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502779" y="780288"/>
                  </a:lnTo>
                  <a:lnTo>
                    <a:pt x="7502779" y="797179"/>
                  </a:lnTo>
                  <a:lnTo>
                    <a:pt x="7485888" y="79717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417552" y="2286000"/>
            <a:ext cx="5614416" cy="585216"/>
            <a:chOff x="0" y="0"/>
            <a:chExt cx="7485888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74858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/api/inventory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691872" y="2926080"/>
            <a:ext cx="5029200" cy="365760"/>
            <a:chOff x="0" y="0"/>
            <a:chExt cx="6705600" cy="487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 /?branchId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691872" y="3319272"/>
            <a:ext cx="5029200" cy="365760"/>
            <a:chOff x="0" y="0"/>
            <a:chExt cx="6705600" cy="487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POST /stock-in, /stock-out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691872" y="3712464"/>
            <a:ext cx="5029200" cy="365760"/>
            <a:chOff x="0" y="0"/>
            <a:chExt cx="6705600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POST /wastage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691872" y="4105656"/>
            <a:ext cx="5029200" cy="365760"/>
            <a:chOff x="0" y="0"/>
            <a:chExt cx="670560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 /low-stock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91872" y="4498848"/>
            <a:ext cx="5029200" cy="365760"/>
            <a:chOff x="0" y="0"/>
            <a:chExt cx="6705600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 /finished-goods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44503" y="4797047"/>
            <a:ext cx="5639819" cy="2219963"/>
            <a:chOff x="0" y="0"/>
            <a:chExt cx="7519759" cy="295995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4858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5196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942971"/>
                  </a:lnTo>
                  <a:cubicBezTo>
                    <a:pt x="7519670" y="2952369"/>
                    <a:pt x="7512050" y="2959862"/>
                    <a:pt x="75027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502779" y="2926080"/>
                  </a:lnTo>
                  <a:lnTo>
                    <a:pt x="7502779" y="2942971"/>
                  </a:lnTo>
                  <a:lnTo>
                    <a:pt x="7485888" y="294297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44503" y="4797047"/>
            <a:ext cx="153419" cy="2219963"/>
            <a:chOff x="0" y="0"/>
            <a:chExt cx="204559" cy="295995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444503" y="4797047"/>
            <a:ext cx="5639819" cy="610619"/>
            <a:chOff x="0" y="0"/>
            <a:chExt cx="7519759" cy="81415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519670" cy="814072"/>
            </a:xfrm>
            <a:custGeom>
              <a:avLst/>
              <a:gdLst/>
              <a:ahLst/>
              <a:cxnLst/>
              <a:rect r="r" b="b" t="t" l="l"/>
              <a:pathLst>
                <a:path h="81407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797179"/>
                  </a:lnTo>
                  <a:cubicBezTo>
                    <a:pt x="7519670" y="806577"/>
                    <a:pt x="7512050" y="814070"/>
                    <a:pt x="75027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502779" y="780288"/>
                  </a:lnTo>
                  <a:lnTo>
                    <a:pt x="7502779" y="797179"/>
                  </a:lnTo>
                  <a:lnTo>
                    <a:pt x="7485888" y="79717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457200" y="4809744"/>
            <a:ext cx="5614416" cy="585216"/>
            <a:chOff x="0" y="0"/>
            <a:chExt cx="7485888" cy="7802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74858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/api/procurement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31520" y="5449824"/>
            <a:ext cx="5029200" cy="365760"/>
            <a:chOff x="0" y="0"/>
            <a:chExt cx="670560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/suppliers CRUD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31520" y="5843016"/>
            <a:ext cx="5029200" cy="365760"/>
            <a:chOff x="0" y="0"/>
            <a:chExt cx="670560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/indents approve/reject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31520" y="6236208"/>
            <a:ext cx="5029200" cy="365760"/>
            <a:chOff x="0" y="0"/>
            <a:chExt cx="670560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/purchase-orders status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31520" y="6629400"/>
            <a:ext cx="5029200" cy="365760"/>
            <a:chOff x="0" y="0"/>
            <a:chExt cx="6705600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/grn complete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424679" y="4797047"/>
            <a:ext cx="5639819" cy="2219963"/>
            <a:chOff x="0" y="0"/>
            <a:chExt cx="7519759" cy="295995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4858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5196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942971"/>
                  </a:lnTo>
                  <a:cubicBezTo>
                    <a:pt x="7519670" y="2952369"/>
                    <a:pt x="7512050" y="2959862"/>
                    <a:pt x="75027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502779" y="2926080"/>
                  </a:lnTo>
                  <a:lnTo>
                    <a:pt x="7502779" y="2942971"/>
                  </a:lnTo>
                  <a:lnTo>
                    <a:pt x="7485888" y="294297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424679" y="4797047"/>
            <a:ext cx="153419" cy="2219963"/>
            <a:chOff x="0" y="0"/>
            <a:chExt cx="204559" cy="295995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424679" y="4797047"/>
            <a:ext cx="5639819" cy="610619"/>
            <a:chOff x="0" y="0"/>
            <a:chExt cx="7519759" cy="81415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519670" cy="814072"/>
            </a:xfrm>
            <a:custGeom>
              <a:avLst/>
              <a:gdLst/>
              <a:ahLst/>
              <a:cxnLst/>
              <a:rect r="r" b="b" t="t" l="l"/>
              <a:pathLst>
                <a:path h="81407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797179"/>
                  </a:lnTo>
                  <a:cubicBezTo>
                    <a:pt x="7519670" y="806577"/>
                    <a:pt x="7512050" y="814070"/>
                    <a:pt x="75027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502779" y="780288"/>
                  </a:lnTo>
                  <a:lnTo>
                    <a:pt x="7502779" y="797179"/>
                  </a:lnTo>
                  <a:lnTo>
                    <a:pt x="7485888" y="79717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437376" y="4809744"/>
            <a:ext cx="5614416" cy="585216"/>
            <a:chOff x="0" y="0"/>
            <a:chExt cx="7485888" cy="78028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74858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/api/sales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6711696" y="5449824"/>
            <a:ext cx="5029200" cy="365760"/>
            <a:chOff x="0" y="0"/>
            <a:chExt cx="6705600" cy="4876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GET, POST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6711696" y="5843016"/>
            <a:ext cx="5029200" cy="365760"/>
            <a:chOff x="0" y="0"/>
            <a:chExt cx="6705600" cy="4876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 /?branch&amp;date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6711696" y="6236208"/>
            <a:ext cx="5029200" cy="365760"/>
            <a:chOff x="0" y="0"/>
            <a:chExt cx="6705600" cy="4876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 /summary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2404855" y="4797047"/>
            <a:ext cx="5639819" cy="2219963"/>
            <a:chOff x="0" y="0"/>
            <a:chExt cx="7519759" cy="295995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74858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5196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942971"/>
                  </a:lnTo>
                  <a:cubicBezTo>
                    <a:pt x="7519670" y="2952369"/>
                    <a:pt x="7512050" y="2959862"/>
                    <a:pt x="75027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502779" y="2926080"/>
                  </a:lnTo>
                  <a:lnTo>
                    <a:pt x="7502779" y="2942971"/>
                  </a:lnTo>
                  <a:lnTo>
                    <a:pt x="7485888" y="294297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2404855" y="4797047"/>
            <a:ext cx="153419" cy="2219963"/>
            <a:chOff x="0" y="0"/>
            <a:chExt cx="204559" cy="295995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404855" y="4797047"/>
            <a:ext cx="5639819" cy="610619"/>
            <a:chOff x="0" y="0"/>
            <a:chExt cx="7519759" cy="81415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7519670" cy="814072"/>
            </a:xfrm>
            <a:custGeom>
              <a:avLst/>
              <a:gdLst/>
              <a:ahLst/>
              <a:cxnLst/>
              <a:rect r="r" b="b" t="t" l="l"/>
              <a:pathLst>
                <a:path h="81407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797179"/>
                  </a:lnTo>
                  <a:cubicBezTo>
                    <a:pt x="7519670" y="806577"/>
                    <a:pt x="7512050" y="814070"/>
                    <a:pt x="75027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502779" y="780288"/>
                  </a:lnTo>
                  <a:lnTo>
                    <a:pt x="7502779" y="797179"/>
                  </a:lnTo>
                  <a:lnTo>
                    <a:pt x="7485888" y="79717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417552" y="4809744"/>
            <a:ext cx="5614416" cy="585216"/>
            <a:chOff x="0" y="0"/>
            <a:chExt cx="7485888" cy="78028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74858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/api/customers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691872" y="5449824"/>
            <a:ext cx="5029200" cy="365760"/>
            <a:chOff x="0" y="0"/>
            <a:chExt cx="6705600" cy="48768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GET, POST, PUT/:id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691872" y="5843016"/>
            <a:ext cx="5029200" cy="365760"/>
            <a:chOff x="0" y="0"/>
            <a:chExt cx="6705600" cy="48768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DELETE/:id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2691872" y="6236208"/>
            <a:ext cx="5029200" cy="365760"/>
            <a:chOff x="0" y="0"/>
            <a:chExt cx="6705600" cy="48768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Loyalty operations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444503" y="7320791"/>
            <a:ext cx="5639819" cy="2219963"/>
            <a:chOff x="0" y="0"/>
            <a:chExt cx="7519759" cy="2959951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74858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5196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942971"/>
                  </a:lnTo>
                  <a:cubicBezTo>
                    <a:pt x="7519670" y="2952369"/>
                    <a:pt x="7512050" y="2959862"/>
                    <a:pt x="75027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502779" y="2926080"/>
                  </a:lnTo>
                  <a:lnTo>
                    <a:pt x="7502779" y="2942971"/>
                  </a:lnTo>
                  <a:lnTo>
                    <a:pt x="7485888" y="294297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444503" y="7320791"/>
            <a:ext cx="153419" cy="2219963"/>
            <a:chOff x="0" y="0"/>
            <a:chExt cx="204559" cy="295995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444503" y="7320791"/>
            <a:ext cx="5639819" cy="610619"/>
            <a:chOff x="0" y="0"/>
            <a:chExt cx="7519759" cy="81415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7519670" cy="814072"/>
            </a:xfrm>
            <a:custGeom>
              <a:avLst/>
              <a:gdLst/>
              <a:ahLst/>
              <a:cxnLst/>
              <a:rect r="r" b="b" t="t" l="l"/>
              <a:pathLst>
                <a:path h="81407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797179"/>
                  </a:lnTo>
                  <a:cubicBezTo>
                    <a:pt x="7519670" y="806577"/>
                    <a:pt x="7512050" y="814070"/>
                    <a:pt x="75027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502779" y="780288"/>
                  </a:lnTo>
                  <a:lnTo>
                    <a:pt x="7502779" y="797179"/>
                  </a:lnTo>
                  <a:lnTo>
                    <a:pt x="7485888" y="79717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457200" y="7333488"/>
            <a:ext cx="5614416" cy="585216"/>
            <a:chOff x="0" y="0"/>
            <a:chExt cx="7485888" cy="78028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74858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/api/meal-plans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731520" y="7973568"/>
            <a:ext cx="5029200" cy="365760"/>
            <a:chOff x="0" y="0"/>
            <a:chExt cx="6705600" cy="48768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GET, POST, GET/:id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731520" y="8366760"/>
            <a:ext cx="5029200" cy="365760"/>
            <a:chOff x="0" y="0"/>
            <a:chExt cx="6705600" cy="48768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POST /:id/activate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731520" y="8759952"/>
            <a:ext cx="5029200" cy="365760"/>
            <a:chOff x="0" y="0"/>
            <a:chExt cx="6705600" cy="487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POST /:id/push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731520" y="9153144"/>
            <a:ext cx="5029200" cy="365760"/>
            <a:chOff x="0" y="0"/>
            <a:chExt cx="6705600" cy="48768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 /:id/forecast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6424679" y="7320791"/>
            <a:ext cx="5639819" cy="2219963"/>
            <a:chOff x="0" y="0"/>
            <a:chExt cx="7519759" cy="2959951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6891" y="16891"/>
              <a:ext cx="74858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75196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942971"/>
                  </a:lnTo>
                  <a:cubicBezTo>
                    <a:pt x="7519670" y="2952369"/>
                    <a:pt x="7512050" y="2959862"/>
                    <a:pt x="75027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502779" y="2926080"/>
                  </a:lnTo>
                  <a:lnTo>
                    <a:pt x="7502779" y="2942971"/>
                  </a:lnTo>
                  <a:lnTo>
                    <a:pt x="7485888" y="294297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6424679" y="7320791"/>
            <a:ext cx="153419" cy="2219963"/>
            <a:chOff x="0" y="0"/>
            <a:chExt cx="204559" cy="2959951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87171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6424679" y="7320791"/>
            <a:ext cx="5639819" cy="610619"/>
            <a:chOff x="0" y="0"/>
            <a:chExt cx="7519759" cy="814159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87171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7519670" cy="814072"/>
            </a:xfrm>
            <a:custGeom>
              <a:avLst/>
              <a:gdLst/>
              <a:ahLst/>
              <a:cxnLst/>
              <a:rect r="r" b="b" t="t" l="l"/>
              <a:pathLst>
                <a:path h="81407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797179"/>
                  </a:lnTo>
                  <a:cubicBezTo>
                    <a:pt x="7519670" y="806577"/>
                    <a:pt x="7512050" y="814070"/>
                    <a:pt x="75027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502779" y="780288"/>
                  </a:lnTo>
                  <a:lnTo>
                    <a:pt x="7502779" y="797179"/>
                  </a:lnTo>
                  <a:lnTo>
                    <a:pt x="7485888" y="79717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6437376" y="7333488"/>
            <a:ext cx="5614416" cy="585216"/>
            <a:chOff x="0" y="0"/>
            <a:chExt cx="7485888" cy="78028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74858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/api/admin 🔒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6711696" y="7973568"/>
            <a:ext cx="5029200" cy="365760"/>
            <a:chOff x="0" y="0"/>
            <a:chExt cx="6705600" cy="48768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/users CRUD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6711696" y="8366760"/>
            <a:ext cx="5029200" cy="365760"/>
            <a:chOff x="0" y="0"/>
            <a:chExt cx="6705600" cy="48768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/branches CRUD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6711696" y="8759952"/>
            <a:ext cx="5029200" cy="365760"/>
            <a:chOff x="0" y="0"/>
            <a:chExt cx="6705600" cy="48768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/audit-logs GET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6711696" y="9153144"/>
            <a:ext cx="5029200" cy="365760"/>
            <a:chOff x="0" y="0"/>
            <a:chExt cx="6705600" cy="48768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/dashboard stats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2404855" y="7320791"/>
            <a:ext cx="5639819" cy="2219963"/>
            <a:chOff x="0" y="0"/>
            <a:chExt cx="7519759" cy="2959951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74858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75196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2942971"/>
                  </a:lnTo>
                  <a:cubicBezTo>
                    <a:pt x="7519670" y="2952369"/>
                    <a:pt x="7512050" y="2959862"/>
                    <a:pt x="75027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502779" y="2926080"/>
                  </a:lnTo>
                  <a:lnTo>
                    <a:pt x="7502779" y="2942971"/>
                  </a:lnTo>
                  <a:lnTo>
                    <a:pt x="7485888" y="2942971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2404855" y="7320791"/>
            <a:ext cx="153419" cy="2219963"/>
            <a:chOff x="0" y="0"/>
            <a:chExt cx="204559" cy="2959951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2404855" y="7320791"/>
            <a:ext cx="5639819" cy="610619"/>
            <a:chOff x="0" y="0"/>
            <a:chExt cx="7519759" cy="814159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16891" y="16891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7519670" cy="814072"/>
            </a:xfrm>
            <a:custGeom>
              <a:avLst/>
              <a:gdLst/>
              <a:ahLst/>
              <a:cxnLst/>
              <a:rect r="r" b="b" t="t" l="l"/>
              <a:pathLst>
                <a:path h="814072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797179"/>
                  </a:lnTo>
                  <a:cubicBezTo>
                    <a:pt x="7519670" y="806577"/>
                    <a:pt x="7512050" y="814070"/>
                    <a:pt x="75027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502779" y="780288"/>
                  </a:lnTo>
                  <a:lnTo>
                    <a:pt x="7502779" y="797179"/>
                  </a:lnTo>
                  <a:lnTo>
                    <a:pt x="7485888" y="79717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12417552" y="7333488"/>
            <a:ext cx="5614416" cy="585216"/>
            <a:chOff x="0" y="0"/>
            <a:chExt cx="7485888" cy="780288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7485888" cy="780288"/>
            </a:xfrm>
            <a:custGeom>
              <a:avLst/>
              <a:gdLst/>
              <a:ahLst/>
              <a:cxnLst/>
              <a:rect r="r" b="b" t="t" l="l"/>
              <a:pathLst>
                <a:path h="7802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74858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/api/ai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2691872" y="7973568"/>
            <a:ext cx="5029200" cy="365760"/>
            <a:chOff x="0" y="0"/>
            <a:chExt cx="6705600" cy="487680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POST /chat (Groq LLM)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2691872" y="8366760"/>
            <a:ext cx="5029200" cy="365760"/>
            <a:chOff x="0" y="0"/>
            <a:chExt cx="6705600" cy="48768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 /context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2691872" y="8759952"/>
            <a:ext cx="5029200" cy="365760"/>
            <a:chOff x="0" y="0"/>
            <a:chExt cx="6705600" cy="48768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670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GET /history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— Redux &amp; Mobile Navigation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Redux slices &amp; Axios services | Expo Router file-based navigation with auth guard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218439"/>
            <a:ext cx="8529323" cy="7560059"/>
            <a:chOff x="0" y="0"/>
            <a:chExt cx="11372431" cy="100800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338560" cy="10046208"/>
            </a:xfrm>
            <a:custGeom>
              <a:avLst/>
              <a:gdLst/>
              <a:ahLst/>
              <a:cxnLst/>
              <a:rect r="r" b="b" t="t" l="l"/>
              <a:pathLst>
                <a:path h="1004620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0046208"/>
                  </a:lnTo>
                  <a:lnTo>
                    <a:pt x="0" y="1004620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72342" cy="10079990"/>
            </a:xfrm>
            <a:custGeom>
              <a:avLst/>
              <a:gdLst/>
              <a:ahLst/>
              <a:cxnLst/>
              <a:rect r="r" b="b" t="t" l="l"/>
              <a:pathLst>
                <a:path h="10079990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10063099"/>
                  </a:lnTo>
                  <a:cubicBezTo>
                    <a:pt x="11372342" y="10072497"/>
                    <a:pt x="11364722" y="10079990"/>
                    <a:pt x="11355451" y="10079990"/>
                  </a:cubicBezTo>
                  <a:lnTo>
                    <a:pt x="16891" y="10079990"/>
                  </a:lnTo>
                  <a:cubicBezTo>
                    <a:pt x="7493" y="10079990"/>
                    <a:pt x="0" y="10072370"/>
                    <a:pt x="0" y="10063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63099"/>
                  </a:lnTo>
                  <a:lnTo>
                    <a:pt x="16891" y="10063099"/>
                  </a:lnTo>
                  <a:lnTo>
                    <a:pt x="16891" y="10046208"/>
                  </a:lnTo>
                  <a:lnTo>
                    <a:pt x="11355451" y="10046208"/>
                  </a:lnTo>
                  <a:lnTo>
                    <a:pt x="11355451" y="10063099"/>
                  </a:lnTo>
                  <a:lnTo>
                    <a:pt x="11338560" y="1006309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218439"/>
            <a:ext cx="153419" cy="7560059"/>
            <a:chOff x="0" y="0"/>
            <a:chExt cx="204559" cy="100800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10046208"/>
            </a:xfrm>
            <a:custGeom>
              <a:avLst/>
              <a:gdLst/>
              <a:ahLst/>
              <a:cxnLst/>
              <a:rect r="r" b="b" t="t" l="l"/>
              <a:pathLst>
                <a:path h="100462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0046208"/>
                  </a:lnTo>
                  <a:lnTo>
                    <a:pt x="0" y="10046208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10079990"/>
            </a:xfrm>
            <a:custGeom>
              <a:avLst/>
              <a:gdLst/>
              <a:ahLst/>
              <a:cxnLst/>
              <a:rect r="r" b="b" t="t" l="l"/>
              <a:pathLst>
                <a:path h="100799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0063099"/>
                  </a:lnTo>
                  <a:cubicBezTo>
                    <a:pt x="204470" y="10072497"/>
                    <a:pt x="196850" y="10079990"/>
                    <a:pt x="187579" y="10079990"/>
                  </a:cubicBezTo>
                  <a:lnTo>
                    <a:pt x="16891" y="10079990"/>
                  </a:lnTo>
                  <a:cubicBezTo>
                    <a:pt x="7493" y="10079990"/>
                    <a:pt x="0" y="10072370"/>
                    <a:pt x="0" y="10063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63099"/>
                  </a:lnTo>
                  <a:lnTo>
                    <a:pt x="16891" y="10063099"/>
                  </a:lnTo>
                  <a:lnTo>
                    <a:pt x="16891" y="10046208"/>
                  </a:lnTo>
                  <a:lnTo>
                    <a:pt x="187579" y="10046208"/>
                  </a:lnTo>
                  <a:lnTo>
                    <a:pt x="187579" y="10063099"/>
                  </a:lnTo>
                  <a:lnTo>
                    <a:pt x="170688" y="100630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8096" y="2414016"/>
            <a:ext cx="7863840" cy="548640"/>
            <a:chOff x="0" y="0"/>
            <a:chExt cx="104851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485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Redux Store (Web)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5399" y="3132839"/>
            <a:ext cx="7889243" cy="1817627"/>
            <a:chOff x="0" y="0"/>
            <a:chExt cx="10518991" cy="24235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485120" cy="2389632"/>
            </a:xfrm>
            <a:custGeom>
              <a:avLst/>
              <a:gdLst/>
              <a:ahLst/>
              <a:cxnLst/>
              <a:rect r="r" b="b" t="t" l="l"/>
              <a:pathLst>
                <a:path h="23896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18901" cy="2423414"/>
            </a:xfrm>
            <a:custGeom>
              <a:avLst/>
              <a:gdLst/>
              <a:ahLst/>
              <a:cxnLst/>
              <a:rect r="r" b="b" t="t" l="l"/>
              <a:pathLst>
                <a:path h="242341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406523"/>
                  </a:lnTo>
                  <a:cubicBezTo>
                    <a:pt x="10518901" y="2415921"/>
                    <a:pt x="10511282" y="2423414"/>
                    <a:pt x="1050201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10502011" y="2389632"/>
                  </a:lnTo>
                  <a:lnTo>
                    <a:pt x="10502011" y="2406523"/>
                  </a:lnTo>
                  <a:lnTo>
                    <a:pt x="10485120" y="24065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60704" y="3255264"/>
            <a:ext cx="7132320" cy="475488"/>
            <a:chOff x="0" y="0"/>
            <a:chExt cx="9509760" cy="633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5097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 slice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0704" y="3767328"/>
            <a:ext cx="7132320" cy="1024128"/>
            <a:chOff x="0" y="0"/>
            <a:chExt cx="9509760" cy="13655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50976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{id, username, email, role, branchId} · token · isAuthenticated · loading/error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5399" y="5235959"/>
            <a:ext cx="7889243" cy="1817627"/>
            <a:chOff x="0" y="0"/>
            <a:chExt cx="10518991" cy="24235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485120" cy="2389632"/>
            </a:xfrm>
            <a:custGeom>
              <a:avLst/>
              <a:gdLst/>
              <a:ahLst/>
              <a:cxnLst/>
              <a:rect r="r" b="b" t="t" l="l"/>
              <a:pathLst>
                <a:path h="23896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18901" cy="2423414"/>
            </a:xfrm>
            <a:custGeom>
              <a:avLst/>
              <a:gdLst/>
              <a:ahLst/>
              <a:cxnLst/>
              <a:rect r="r" b="b" t="t" l="l"/>
              <a:pathLst>
                <a:path h="242341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406523"/>
                  </a:lnTo>
                  <a:cubicBezTo>
                    <a:pt x="10518901" y="2415921"/>
                    <a:pt x="10511282" y="2423414"/>
                    <a:pt x="1050201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10502011" y="2389632"/>
                  </a:lnTo>
                  <a:lnTo>
                    <a:pt x="10502011" y="2406523"/>
                  </a:lnTo>
                  <a:lnTo>
                    <a:pt x="10485120" y="24065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60704" y="5358384"/>
            <a:ext cx="7132320" cy="475488"/>
            <a:chOff x="0" y="0"/>
            <a:chExt cx="9509760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5097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recipe slice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0704" y="5870448"/>
            <a:ext cx="7132320" cy="1024128"/>
            <a:chOff x="0" y="0"/>
            <a:chExt cx="9509760" cy="13655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09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50976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recipes[] · selectedRecipe · loading · error · CRUD actions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5399" y="7339079"/>
            <a:ext cx="7889243" cy="1817627"/>
            <a:chOff x="0" y="0"/>
            <a:chExt cx="10518991" cy="242350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485120" cy="2389632"/>
            </a:xfrm>
            <a:custGeom>
              <a:avLst/>
              <a:gdLst/>
              <a:ahLst/>
              <a:cxnLst/>
              <a:rect r="r" b="b" t="t" l="l"/>
              <a:pathLst>
                <a:path h="23896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18901" cy="2423414"/>
            </a:xfrm>
            <a:custGeom>
              <a:avLst/>
              <a:gdLst/>
              <a:ahLst/>
              <a:cxnLst/>
              <a:rect r="r" b="b" t="t" l="l"/>
              <a:pathLst>
                <a:path h="242341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406523"/>
                  </a:lnTo>
                  <a:cubicBezTo>
                    <a:pt x="10518901" y="2415921"/>
                    <a:pt x="10511282" y="2423414"/>
                    <a:pt x="1050201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10502011" y="2389632"/>
                  </a:lnTo>
                  <a:lnTo>
                    <a:pt x="10502011" y="2406523"/>
                  </a:lnTo>
                  <a:lnTo>
                    <a:pt x="10485120" y="24065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0704" y="7461504"/>
            <a:ext cx="7132320" cy="475488"/>
            <a:chOff x="0" y="0"/>
            <a:chExt cx="950976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5097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Layer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0704" y="7973568"/>
            <a:ext cx="7132320" cy="1024128"/>
            <a:chOff x="0" y="0"/>
            <a:chExt cx="9509760" cy="13655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09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50976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authService · recipeService · inventoryService · menuService · procurementService · salesService · mealPlanService · branchService · adminService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68096" y="9144000"/>
            <a:ext cx="7863840" cy="457200"/>
            <a:chOff x="0" y="0"/>
            <a:chExt cx="1048512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485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8BA5B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share api.js — Axios instance with JWT Authorization header interceptor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14183" y="2218439"/>
            <a:ext cx="8529323" cy="7560059"/>
            <a:chOff x="0" y="0"/>
            <a:chExt cx="11372431" cy="1008007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338560" cy="10046208"/>
            </a:xfrm>
            <a:custGeom>
              <a:avLst/>
              <a:gdLst/>
              <a:ahLst/>
              <a:cxnLst/>
              <a:rect r="r" b="b" t="t" l="l"/>
              <a:pathLst>
                <a:path h="1004620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0046208"/>
                  </a:lnTo>
                  <a:lnTo>
                    <a:pt x="0" y="1004620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372342" cy="10079990"/>
            </a:xfrm>
            <a:custGeom>
              <a:avLst/>
              <a:gdLst/>
              <a:ahLst/>
              <a:cxnLst/>
              <a:rect r="r" b="b" t="t" l="l"/>
              <a:pathLst>
                <a:path h="10079990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10063099"/>
                  </a:lnTo>
                  <a:cubicBezTo>
                    <a:pt x="11372342" y="10072497"/>
                    <a:pt x="11364722" y="10079990"/>
                    <a:pt x="11355451" y="10079990"/>
                  </a:cubicBezTo>
                  <a:lnTo>
                    <a:pt x="16891" y="10079990"/>
                  </a:lnTo>
                  <a:cubicBezTo>
                    <a:pt x="7493" y="10079990"/>
                    <a:pt x="0" y="10072370"/>
                    <a:pt x="0" y="10063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63099"/>
                  </a:lnTo>
                  <a:lnTo>
                    <a:pt x="16891" y="10063099"/>
                  </a:lnTo>
                  <a:lnTo>
                    <a:pt x="16891" y="10046208"/>
                  </a:lnTo>
                  <a:lnTo>
                    <a:pt x="11355451" y="10046208"/>
                  </a:lnTo>
                  <a:lnTo>
                    <a:pt x="11355451" y="10063099"/>
                  </a:lnTo>
                  <a:lnTo>
                    <a:pt x="11338560" y="1006309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314183" y="2218439"/>
            <a:ext cx="153419" cy="7560059"/>
            <a:chOff x="0" y="0"/>
            <a:chExt cx="204559" cy="100800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70688" cy="10046208"/>
            </a:xfrm>
            <a:custGeom>
              <a:avLst/>
              <a:gdLst/>
              <a:ahLst/>
              <a:cxnLst/>
              <a:rect r="r" b="b" t="t" l="l"/>
              <a:pathLst>
                <a:path h="100462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0046208"/>
                  </a:lnTo>
                  <a:lnTo>
                    <a:pt x="0" y="1004620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4470" cy="10079990"/>
            </a:xfrm>
            <a:custGeom>
              <a:avLst/>
              <a:gdLst/>
              <a:ahLst/>
              <a:cxnLst/>
              <a:rect r="r" b="b" t="t" l="l"/>
              <a:pathLst>
                <a:path h="100799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0063099"/>
                  </a:lnTo>
                  <a:cubicBezTo>
                    <a:pt x="204470" y="10072497"/>
                    <a:pt x="196850" y="10079990"/>
                    <a:pt x="187579" y="10079990"/>
                  </a:cubicBezTo>
                  <a:lnTo>
                    <a:pt x="16891" y="10079990"/>
                  </a:lnTo>
                  <a:cubicBezTo>
                    <a:pt x="7493" y="10079990"/>
                    <a:pt x="0" y="10072370"/>
                    <a:pt x="0" y="10063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63099"/>
                  </a:lnTo>
                  <a:lnTo>
                    <a:pt x="16891" y="10063099"/>
                  </a:lnTo>
                  <a:lnTo>
                    <a:pt x="16891" y="10046208"/>
                  </a:lnTo>
                  <a:lnTo>
                    <a:pt x="187579" y="10046208"/>
                  </a:lnTo>
                  <a:lnTo>
                    <a:pt x="187579" y="10063099"/>
                  </a:lnTo>
                  <a:lnTo>
                    <a:pt x="170688" y="100630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37776" y="2414016"/>
            <a:ext cx="7863840" cy="548640"/>
            <a:chOff x="0" y="0"/>
            <a:chExt cx="104851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485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Navigation (Expo Router)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25079" y="3096263"/>
            <a:ext cx="7889243" cy="793499"/>
            <a:chOff x="0" y="0"/>
            <a:chExt cx="10518991" cy="105799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518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41019"/>
                  </a:lnTo>
                  <a:cubicBezTo>
                    <a:pt x="10518901" y="1050417"/>
                    <a:pt x="10511282" y="1057910"/>
                    <a:pt x="10502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502011" y="1024128"/>
                  </a:lnTo>
                  <a:lnTo>
                    <a:pt x="10502011" y="1041019"/>
                  </a:lnTo>
                  <a:lnTo>
                    <a:pt x="10485120" y="104101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38944" y="3182112"/>
            <a:ext cx="7498080" cy="365760"/>
            <a:chOff x="0" y="0"/>
            <a:chExt cx="9997440" cy="4876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/(auth)/login.js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38944" y="3529584"/>
            <a:ext cx="7498080" cy="329184"/>
            <a:chOff x="0" y="0"/>
            <a:chExt cx="9997440" cy="4389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99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9974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screen, pre-auth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25079" y="4028951"/>
            <a:ext cx="7889243" cy="793499"/>
            <a:chOff x="0" y="0"/>
            <a:chExt cx="10518991" cy="105799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518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41019"/>
                  </a:lnTo>
                  <a:cubicBezTo>
                    <a:pt x="10518901" y="1050417"/>
                    <a:pt x="10511282" y="1057910"/>
                    <a:pt x="10502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502011" y="1024128"/>
                  </a:lnTo>
                  <a:lnTo>
                    <a:pt x="10502011" y="1041019"/>
                  </a:lnTo>
                  <a:lnTo>
                    <a:pt x="10485120" y="104101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38944" y="4114800"/>
            <a:ext cx="7498080" cy="365760"/>
            <a:chOff x="0" y="0"/>
            <a:chExt cx="9997440" cy="487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/(app)/_layout.js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38944" y="4462272"/>
            <a:ext cx="7498080" cy="329184"/>
            <a:chOff x="0" y="0"/>
            <a:chExt cx="9997440" cy="43891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99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99974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isAuthenticated guard → redirect /login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25079" y="4961639"/>
            <a:ext cx="7889243" cy="793499"/>
            <a:chOff x="0" y="0"/>
            <a:chExt cx="10518991" cy="105799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518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41019"/>
                  </a:lnTo>
                  <a:cubicBezTo>
                    <a:pt x="10518901" y="1050417"/>
                    <a:pt x="10511282" y="1057910"/>
                    <a:pt x="10502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502011" y="1024128"/>
                  </a:lnTo>
                  <a:lnTo>
                    <a:pt x="10502011" y="1041019"/>
                  </a:lnTo>
                  <a:lnTo>
                    <a:pt x="10485120" y="104101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838944" y="5047488"/>
            <a:ext cx="7498080" cy="365760"/>
            <a:chOff x="0" y="0"/>
            <a:chExt cx="9997440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/(tabs)/dashboard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838944" y="5394960"/>
            <a:ext cx="7498080" cy="329184"/>
            <a:chOff x="0" y="0"/>
            <a:chExt cx="9997440" cy="43891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9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99974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Home dashboard with key stats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25079" y="5894327"/>
            <a:ext cx="7889243" cy="793499"/>
            <a:chOff x="0" y="0"/>
            <a:chExt cx="10518991" cy="105799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518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41019"/>
                  </a:lnTo>
                  <a:cubicBezTo>
                    <a:pt x="10518901" y="1050417"/>
                    <a:pt x="10511282" y="1057910"/>
                    <a:pt x="10502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502011" y="1024128"/>
                  </a:lnTo>
                  <a:lnTo>
                    <a:pt x="10502011" y="1041019"/>
                  </a:lnTo>
                  <a:lnTo>
                    <a:pt x="10485120" y="104101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838944" y="5980176"/>
            <a:ext cx="7498080" cy="365760"/>
            <a:chOff x="0" y="0"/>
            <a:chExt cx="9997440" cy="487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/(tabs)/inventory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38944" y="6327648"/>
            <a:ext cx="7498080" cy="329184"/>
            <a:chOff x="0" y="0"/>
            <a:chExt cx="9997440" cy="4389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99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99974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raw-materials, finished-goods, stock-in/out, transfers, wastage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625079" y="6827015"/>
            <a:ext cx="7889243" cy="793499"/>
            <a:chOff x="0" y="0"/>
            <a:chExt cx="10518991" cy="105799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518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41019"/>
                  </a:lnTo>
                  <a:cubicBezTo>
                    <a:pt x="10518901" y="1050417"/>
                    <a:pt x="10511282" y="1057910"/>
                    <a:pt x="10502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502011" y="1024128"/>
                  </a:lnTo>
                  <a:lnTo>
                    <a:pt x="10502011" y="1041019"/>
                  </a:lnTo>
                  <a:lnTo>
                    <a:pt x="10485120" y="104101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838944" y="6912864"/>
            <a:ext cx="7498080" cy="365760"/>
            <a:chOff x="0" y="0"/>
            <a:chExt cx="999744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/(tabs)/recipes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838944" y="7260336"/>
            <a:ext cx="7498080" cy="329184"/>
            <a:chOff x="0" y="0"/>
            <a:chExt cx="9997440" cy="43891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99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99974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list, detail, add-edit, log-production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625079" y="7759703"/>
            <a:ext cx="7889243" cy="793499"/>
            <a:chOff x="0" y="0"/>
            <a:chExt cx="10518991" cy="105799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518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41019"/>
                  </a:lnTo>
                  <a:cubicBezTo>
                    <a:pt x="10518901" y="1050417"/>
                    <a:pt x="10511282" y="1057910"/>
                    <a:pt x="10502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502011" y="1024128"/>
                  </a:lnTo>
                  <a:lnTo>
                    <a:pt x="10502011" y="1041019"/>
                  </a:lnTo>
                  <a:lnTo>
                    <a:pt x="10485120" y="104101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838944" y="7845552"/>
            <a:ext cx="7498080" cy="365760"/>
            <a:chOff x="0" y="0"/>
            <a:chExt cx="9997440" cy="4876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/(tabs)/procurement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838944" y="8193024"/>
            <a:ext cx="7498080" cy="329184"/>
            <a:chOff x="0" y="0"/>
            <a:chExt cx="9997440" cy="43891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99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99974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suppliers, vendors, indent, orders, GRN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625079" y="8692391"/>
            <a:ext cx="7889243" cy="793499"/>
            <a:chOff x="0" y="0"/>
            <a:chExt cx="10518991" cy="105799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2232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518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41019"/>
                  </a:lnTo>
                  <a:cubicBezTo>
                    <a:pt x="10518901" y="1050417"/>
                    <a:pt x="10511282" y="1057910"/>
                    <a:pt x="10502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502011" y="1024128"/>
                  </a:lnTo>
                  <a:lnTo>
                    <a:pt x="10502011" y="1041019"/>
                  </a:lnTo>
                  <a:lnTo>
                    <a:pt x="10485120" y="104101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232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838944" y="8778240"/>
            <a:ext cx="7498080" cy="365760"/>
            <a:chOff x="0" y="0"/>
            <a:chExt cx="9997440" cy="4876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/(tabs)/more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838944" y="9125712"/>
            <a:ext cx="7498080" cy="329184"/>
            <a:chOff x="0" y="0"/>
            <a:chExt cx="9997440" cy="43891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99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99974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sales, customers, meal-planning, staff, admin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637776" y="9144000"/>
            <a:ext cx="7863840" cy="457200"/>
            <a:chOff x="0" y="0"/>
            <a:chExt cx="10485120" cy="6096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10485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8BA5B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Token persisted via Expo SecureStore — loaded on app start via initAuthThunk()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743" y="-927097"/>
            <a:ext cx="4048763" cy="4048763"/>
            <a:chOff x="0" y="0"/>
            <a:chExt cx="5398351" cy="539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02336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 — Project Scale &amp; Deployment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371600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Production-ready across cloud platforms — reliability, cost-efficiency, and easy scaling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96240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218439"/>
            <a:ext cx="4085339" cy="2951483"/>
            <a:chOff x="0" y="0"/>
            <a:chExt cx="5447119" cy="3935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413248" cy="3901440"/>
            </a:xfrm>
            <a:custGeom>
              <a:avLst/>
              <a:gdLst/>
              <a:ahLst/>
              <a:cxnLst/>
              <a:rect r="r" b="b" t="t" l="l"/>
              <a:pathLst>
                <a:path h="39014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47030" cy="3935222"/>
            </a:xfrm>
            <a:custGeom>
              <a:avLst/>
              <a:gdLst/>
              <a:ahLst/>
              <a:cxnLst/>
              <a:rect r="r" b="b" t="t" l="l"/>
              <a:pathLst>
                <a:path h="393522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918331"/>
                  </a:lnTo>
                  <a:cubicBezTo>
                    <a:pt x="5447030" y="3927729"/>
                    <a:pt x="5439410" y="3935222"/>
                    <a:pt x="543013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5430139" y="3901440"/>
                  </a:lnTo>
                  <a:lnTo>
                    <a:pt x="5430139" y="3918331"/>
                  </a:lnTo>
                  <a:lnTo>
                    <a:pt x="5413248" y="39183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503" y="2218439"/>
            <a:ext cx="153419" cy="2951483"/>
            <a:chOff x="0" y="0"/>
            <a:chExt cx="204559" cy="39353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57200" y="2340864"/>
            <a:ext cx="4059936" cy="1316736"/>
            <a:chOff x="0" y="0"/>
            <a:chExt cx="5413248" cy="1755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132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61925"/>
              <a:ext cx="5413248" cy="191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80+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7200" y="3657600"/>
            <a:ext cx="4059936" cy="548640"/>
            <a:chOff x="0" y="0"/>
            <a:chExt cx="5413248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13248" cy="731520"/>
            </a:xfrm>
            <a:custGeom>
              <a:avLst/>
              <a:gdLst/>
              <a:ahLst/>
              <a:cxnLst/>
              <a:rect r="r" b="b" t="t" l="l"/>
              <a:pathLst>
                <a:path h="7315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4132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Endpoints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7200" y="4206240"/>
            <a:ext cx="4059936" cy="457200"/>
            <a:chOff x="0" y="0"/>
            <a:chExt cx="5413248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13248" cy="609600"/>
            </a:xfrm>
            <a:custGeom>
              <a:avLst/>
              <a:gdLst/>
              <a:ahLst/>
              <a:cxnLst/>
              <a:rect r="r" b="b" t="t" l="l"/>
              <a:pathLst>
                <a:path h="6096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027" r="0" b="-12302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413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 REST controllers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88487" y="2218439"/>
            <a:ext cx="4085339" cy="2951483"/>
            <a:chOff x="0" y="0"/>
            <a:chExt cx="5447119" cy="39353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413248" cy="3901440"/>
            </a:xfrm>
            <a:custGeom>
              <a:avLst/>
              <a:gdLst/>
              <a:ahLst/>
              <a:cxnLst/>
              <a:rect r="r" b="b" t="t" l="l"/>
              <a:pathLst>
                <a:path h="39014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47030" cy="3935222"/>
            </a:xfrm>
            <a:custGeom>
              <a:avLst/>
              <a:gdLst/>
              <a:ahLst/>
              <a:cxnLst/>
              <a:rect r="r" b="b" t="t" l="l"/>
              <a:pathLst>
                <a:path h="393522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918331"/>
                  </a:lnTo>
                  <a:cubicBezTo>
                    <a:pt x="5447030" y="3927729"/>
                    <a:pt x="5439410" y="3935222"/>
                    <a:pt x="543013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5430139" y="3901440"/>
                  </a:lnTo>
                  <a:lnTo>
                    <a:pt x="5430139" y="3918331"/>
                  </a:lnTo>
                  <a:lnTo>
                    <a:pt x="5413248" y="39183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88487" y="2218439"/>
            <a:ext cx="153419" cy="2951483"/>
            <a:chOff x="0" y="0"/>
            <a:chExt cx="204559" cy="3935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01184" y="2340864"/>
            <a:ext cx="4059936" cy="1316736"/>
            <a:chOff x="0" y="0"/>
            <a:chExt cx="5413248" cy="1755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132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61925"/>
              <a:ext cx="5413248" cy="191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F99C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01184" y="3657600"/>
            <a:ext cx="4059936" cy="548640"/>
            <a:chOff x="0" y="0"/>
            <a:chExt cx="5413248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13248" cy="731520"/>
            </a:xfrm>
            <a:custGeom>
              <a:avLst/>
              <a:gdLst/>
              <a:ahLst/>
              <a:cxnLst/>
              <a:rect r="r" b="b" t="t" l="l"/>
              <a:pathLst>
                <a:path h="7315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4132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 Entities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01184" y="4206240"/>
            <a:ext cx="4059936" cy="457200"/>
            <a:chOff x="0" y="0"/>
            <a:chExt cx="5413248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13248" cy="609600"/>
            </a:xfrm>
            <a:custGeom>
              <a:avLst/>
              <a:gdLst/>
              <a:ahLst/>
              <a:cxnLst/>
              <a:rect r="r" b="b" t="t" l="l"/>
              <a:pathLst>
                <a:path h="6096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027" r="0" b="-1230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413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Auto-created by Hibernate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32471" y="2218439"/>
            <a:ext cx="4085339" cy="2951483"/>
            <a:chOff x="0" y="0"/>
            <a:chExt cx="5447119" cy="39353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413248" cy="3901440"/>
            </a:xfrm>
            <a:custGeom>
              <a:avLst/>
              <a:gdLst/>
              <a:ahLst/>
              <a:cxnLst/>
              <a:rect r="r" b="b" t="t" l="l"/>
              <a:pathLst>
                <a:path h="39014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47030" cy="3935222"/>
            </a:xfrm>
            <a:custGeom>
              <a:avLst/>
              <a:gdLst/>
              <a:ahLst/>
              <a:cxnLst/>
              <a:rect r="r" b="b" t="t" l="l"/>
              <a:pathLst>
                <a:path h="393522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918331"/>
                  </a:lnTo>
                  <a:cubicBezTo>
                    <a:pt x="5447030" y="3927729"/>
                    <a:pt x="5439410" y="3935222"/>
                    <a:pt x="543013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5430139" y="3901440"/>
                  </a:lnTo>
                  <a:lnTo>
                    <a:pt x="5430139" y="3918331"/>
                  </a:lnTo>
                  <a:lnTo>
                    <a:pt x="5413248" y="39183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32471" y="2218439"/>
            <a:ext cx="153419" cy="2951483"/>
            <a:chOff x="0" y="0"/>
            <a:chExt cx="204559" cy="39353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345168" y="2340864"/>
            <a:ext cx="4059936" cy="1316736"/>
            <a:chOff x="0" y="0"/>
            <a:chExt cx="5413248" cy="17556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132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61925"/>
              <a:ext cx="5413248" cy="191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60+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45168" y="3657600"/>
            <a:ext cx="4059936" cy="548640"/>
            <a:chOff x="0" y="0"/>
            <a:chExt cx="5413248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13248" cy="731520"/>
            </a:xfrm>
            <a:custGeom>
              <a:avLst/>
              <a:gdLst/>
              <a:ahLst/>
              <a:cxnLst/>
              <a:rect r="r" b="b" t="t" l="l"/>
              <a:pathLst>
                <a:path h="7315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4132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Pages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45168" y="4206240"/>
            <a:ext cx="4059936" cy="457200"/>
            <a:chOff x="0" y="0"/>
            <a:chExt cx="5413248" cy="609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13248" cy="609600"/>
            </a:xfrm>
            <a:custGeom>
              <a:avLst/>
              <a:gdLst/>
              <a:ahLst/>
              <a:cxnLst/>
              <a:rect r="r" b="b" t="t" l="l"/>
              <a:pathLst>
                <a:path h="6096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027" r="0" b="-12302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413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19 + Redux Toolkit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76455" y="2218439"/>
            <a:ext cx="4085339" cy="2951483"/>
            <a:chOff x="0" y="0"/>
            <a:chExt cx="5447119" cy="39353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413248" cy="3901440"/>
            </a:xfrm>
            <a:custGeom>
              <a:avLst/>
              <a:gdLst/>
              <a:ahLst/>
              <a:cxnLst/>
              <a:rect r="r" b="b" t="t" l="l"/>
              <a:pathLst>
                <a:path h="39014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47030" cy="3935222"/>
            </a:xfrm>
            <a:custGeom>
              <a:avLst/>
              <a:gdLst/>
              <a:ahLst/>
              <a:cxnLst/>
              <a:rect r="r" b="b" t="t" l="l"/>
              <a:pathLst>
                <a:path h="393522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918331"/>
                  </a:lnTo>
                  <a:cubicBezTo>
                    <a:pt x="5447030" y="3927729"/>
                    <a:pt x="5439410" y="3935222"/>
                    <a:pt x="543013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5430139" y="3901440"/>
                  </a:lnTo>
                  <a:lnTo>
                    <a:pt x="5430139" y="3918331"/>
                  </a:lnTo>
                  <a:lnTo>
                    <a:pt x="5413248" y="39183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776455" y="2218439"/>
            <a:ext cx="153419" cy="2951483"/>
            <a:chOff x="0" y="0"/>
            <a:chExt cx="204559" cy="39353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789152" y="2340864"/>
            <a:ext cx="4059936" cy="1316736"/>
            <a:chOff x="0" y="0"/>
            <a:chExt cx="5413248" cy="17556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4132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61925"/>
              <a:ext cx="5413248" cy="191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89152" y="3657600"/>
            <a:ext cx="4059936" cy="548640"/>
            <a:chOff x="0" y="0"/>
            <a:chExt cx="5413248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13248" cy="731520"/>
            </a:xfrm>
            <a:custGeom>
              <a:avLst/>
              <a:gdLst/>
              <a:ahLst/>
              <a:cxnLst/>
              <a:rect r="r" b="b" t="t" l="l"/>
              <a:pathLst>
                <a:path h="7315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4132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Screens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789152" y="4206240"/>
            <a:ext cx="4059936" cy="457200"/>
            <a:chOff x="0" y="0"/>
            <a:chExt cx="5413248" cy="609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413248" cy="609600"/>
            </a:xfrm>
            <a:custGeom>
              <a:avLst/>
              <a:gdLst/>
              <a:ahLst/>
              <a:cxnLst/>
              <a:rect r="r" b="b" t="t" l="l"/>
              <a:pathLst>
                <a:path h="6096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027" r="0" b="-12302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5413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 SDK 52 (iOS &amp; Android)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44503" y="5473703"/>
            <a:ext cx="8529323" cy="4140203"/>
            <a:chOff x="0" y="0"/>
            <a:chExt cx="11372431" cy="552027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133856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372342" cy="5520182"/>
            </a:xfrm>
            <a:custGeom>
              <a:avLst/>
              <a:gdLst/>
              <a:ahLst/>
              <a:cxnLst/>
              <a:rect r="r" b="b" t="t" l="l"/>
              <a:pathLst>
                <a:path h="552018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5503291"/>
                  </a:lnTo>
                  <a:cubicBezTo>
                    <a:pt x="11372342" y="5512689"/>
                    <a:pt x="11364722" y="5520182"/>
                    <a:pt x="11355451" y="5520182"/>
                  </a:cubicBezTo>
                  <a:lnTo>
                    <a:pt x="16891" y="5520182"/>
                  </a:lnTo>
                  <a:cubicBezTo>
                    <a:pt x="7493" y="5520182"/>
                    <a:pt x="0" y="5512562"/>
                    <a:pt x="0" y="5503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16891" y="5486400"/>
                  </a:lnTo>
                  <a:lnTo>
                    <a:pt x="11355451" y="5486400"/>
                  </a:lnTo>
                  <a:lnTo>
                    <a:pt x="11355451" y="5503291"/>
                  </a:lnTo>
                  <a:lnTo>
                    <a:pt x="11338560" y="550329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44503" y="5473703"/>
            <a:ext cx="153419" cy="4140203"/>
            <a:chOff x="0" y="0"/>
            <a:chExt cx="204559" cy="55202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70688" cy="5486400"/>
            </a:xfrm>
            <a:custGeom>
              <a:avLst/>
              <a:gdLst/>
              <a:ahLst/>
              <a:cxnLst/>
              <a:rect r="r" b="b" t="t" l="l"/>
              <a:pathLst>
                <a:path h="5486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4470" cy="5520182"/>
            </a:xfrm>
            <a:custGeom>
              <a:avLst/>
              <a:gdLst/>
              <a:ahLst/>
              <a:cxnLst/>
              <a:rect r="r" b="b" t="t" l="l"/>
              <a:pathLst>
                <a:path h="5520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503291"/>
                  </a:lnTo>
                  <a:cubicBezTo>
                    <a:pt x="204470" y="5512689"/>
                    <a:pt x="196850" y="5520182"/>
                    <a:pt x="187579" y="5520182"/>
                  </a:cubicBezTo>
                  <a:lnTo>
                    <a:pt x="16891" y="5520182"/>
                  </a:lnTo>
                  <a:cubicBezTo>
                    <a:pt x="7493" y="5520182"/>
                    <a:pt x="0" y="5512562"/>
                    <a:pt x="0" y="5503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16891" y="5486400"/>
                  </a:lnTo>
                  <a:lnTo>
                    <a:pt x="187579" y="5486400"/>
                  </a:lnTo>
                  <a:lnTo>
                    <a:pt x="187579" y="5503291"/>
                  </a:lnTo>
                  <a:lnTo>
                    <a:pt x="170688" y="5503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22960" y="5669280"/>
            <a:ext cx="7680960" cy="548640"/>
            <a:chOff x="0" y="0"/>
            <a:chExt cx="1024128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63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&amp; Database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22960" y="6400800"/>
            <a:ext cx="7680960" cy="822960"/>
            <a:chOff x="0" y="0"/>
            <a:chExt cx="10241280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Spring Boot 3 → Railway (free tier)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7406640"/>
            <a:ext cx="7680960" cy="822960"/>
            <a:chOff x="0" y="0"/>
            <a:chExt cx="10241280" cy="10972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MySQL 8 with HikariCP connection pooling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22960" y="8412480"/>
            <a:ext cx="7680960" cy="822960"/>
            <a:chOff x="0" y="0"/>
            <a:chExt cx="10241280" cy="1097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JWT_SECRET and DB_URL via environment variables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05623" y="5473703"/>
            <a:ext cx="8529323" cy="4140203"/>
            <a:chOff x="0" y="0"/>
            <a:chExt cx="11372431" cy="552027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133856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372342" cy="5520182"/>
            </a:xfrm>
            <a:custGeom>
              <a:avLst/>
              <a:gdLst/>
              <a:ahLst/>
              <a:cxnLst/>
              <a:rect r="r" b="b" t="t" l="l"/>
              <a:pathLst>
                <a:path h="552018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5503291"/>
                  </a:lnTo>
                  <a:cubicBezTo>
                    <a:pt x="11372342" y="5512689"/>
                    <a:pt x="11364722" y="5520182"/>
                    <a:pt x="11355451" y="5520182"/>
                  </a:cubicBezTo>
                  <a:lnTo>
                    <a:pt x="16891" y="5520182"/>
                  </a:lnTo>
                  <a:cubicBezTo>
                    <a:pt x="7493" y="5520182"/>
                    <a:pt x="0" y="5512562"/>
                    <a:pt x="0" y="5503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16891" y="5486400"/>
                  </a:lnTo>
                  <a:lnTo>
                    <a:pt x="11355451" y="5486400"/>
                  </a:lnTo>
                  <a:lnTo>
                    <a:pt x="11355451" y="5503291"/>
                  </a:lnTo>
                  <a:lnTo>
                    <a:pt x="11338560" y="550329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05623" y="5473703"/>
            <a:ext cx="153419" cy="4140203"/>
            <a:chOff x="0" y="0"/>
            <a:chExt cx="204559" cy="552027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70688" cy="5486400"/>
            </a:xfrm>
            <a:custGeom>
              <a:avLst/>
              <a:gdLst/>
              <a:ahLst/>
              <a:cxnLst/>
              <a:rect r="r" b="b" t="t" l="l"/>
              <a:pathLst>
                <a:path h="5486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04470" cy="5520182"/>
            </a:xfrm>
            <a:custGeom>
              <a:avLst/>
              <a:gdLst/>
              <a:ahLst/>
              <a:cxnLst/>
              <a:rect r="r" b="b" t="t" l="l"/>
              <a:pathLst>
                <a:path h="5520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503291"/>
                  </a:lnTo>
                  <a:cubicBezTo>
                    <a:pt x="204470" y="5512689"/>
                    <a:pt x="196850" y="5520182"/>
                    <a:pt x="187579" y="5520182"/>
                  </a:cubicBezTo>
                  <a:lnTo>
                    <a:pt x="16891" y="5520182"/>
                  </a:lnTo>
                  <a:cubicBezTo>
                    <a:pt x="7493" y="5520182"/>
                    <a:pt x="0" y="5512562"/>
                    <a:pt x="0" y="5503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16891" y="5486400"/>
                  </a:lnTo>
                  <a:lnTo>
                    <a:pt x="187579" y="5486400"/>
                  </a:lnTo>
                  <a:lnTo>
                    <a:pt x="187579" y="5503291"/>
                  </a:lnTo>
                  <a:lnTo>
                    <a:pt x="170688" y="5503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784080" y="5669280"/>
            <a:ext cx="7680960" cy="548640"/>
            <a:chOff x="0" y="0"/>
            <a:chExt cx="1024128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&amp; Mobile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784080" y="6400800"/>
            <a:ext cx="7680960" cy="822960"/>
            <a:chOff x="0" y="0"/>
            <a:chExt cx="10241280" cy="1097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React Web app → Vercel or Netlify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784080" y="7406640"/>
            <a:ext cx="7680960" cy="822960"/>
            <a:chOff x="0" y="0"/>
            <a:chExt cx="10241280" cy="10972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Mobile via Expo EAS Build — IPA for iOS, APK for Android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784080" y="8412480"/>
            <a:ext cx="7680960" cy="822960"/>
            <a:chOff x="0" y="0"/>
            <a:chExt cx="10241280" cy="10972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Next.js landing page on Vercel with one-command deploy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63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3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6487" y="-12697"/>
            <a:ext cx="135131" cy="10312403"/>
            <a:chOff x="0" y="0"/>
            <a:chExt cx="180175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99C3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9C3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51943" y="6388103"/>
            <a:ext cx="5877563" cy="5877563"/>
            <a:chOff x="0" y="0"/>
            <a:chExt cx="7836751" cy="7836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802881" cy="7802881"/>
            </a:xfrm>
            <a:custGeom>
              <a:avLst/>
              <a:gdLst/>
              <a:ahLst/>
              <a:cxnLst/>
              <a:rect r="r" b="b" t="t" l="l"/>
              <a:pathLst>
                <a:path h="7802881" w="7802881">
                  <a:moveTo>
                    <a:pt x="0" y="3901440"/>
                  </a:moveTo>
                  <a:cubicBezTo>
                    <a:pt x="0" y="1746758"/>
                    <a:pt x="1746758" y="0"/>
                    <a:pt x="3901440" y="0"/>
                  </a:cubicBezTo>
                  <a:cubicBezTo>
                    <a:pt x="6056122" y="0"/>
                    <a:pt x="7802881" y="1746758"/>
                    <a:pt x="7802881" y="3901440"/>
                  </a:cubicBezTo>
                  <a:cubicBezTo>
                    <a:pt x="7802881" y="6056122"/>
                    <a:pt x="6056122" y="7802881"/>
                    <a:pt x="3901440" y="7802881"/>
                  </a:cubicBezTo>
                  <a:cubicBezTo>
                    <a:pt x="1746758" y="7802881"/>
                    <a:pt x="0" y="6056249"/>
                    <a:pt x="0" y="3901440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36662" cy="7836662"/>
            </a:xfrm>
            <a:custGeom>
              <a:avLst/>
              <a:gdLst/>
              <a:ahLst/>
              <a:cxnLst/>
              <a:rect r="r" b="b" t="t" l="l"/>
              <a:pathLst>
                <a:path h="7836662" w="7836662">
                  <a:moveTo>
                    <a:pt x="0" y="3918331"/>
                  </a:moveTo>
                  <a:cubicBezTo>
                    <a:pt x="0" y="1754378"/>
                    <a:pt x="1754378" y="0"/>
                    <a:pt x="3918331" y="0"/>
                  </a:cubicBezTo>
                  <a:lnTo>
                    <a:pt x="3918331" y="16891"/>
                  </a:lnTo>
                  <a:lnTo>
                    <a:pt x="3918331" y="0"/>
                  </a:lnTo>
                  <a:cubicBezTo>
                    <a:pt x="6082411" y="0"/>
                    <a:pt x="7836662" y="1754378"/>
                    <a:pt x="7836662" y="3918331"/>
                  </a:cubicBezTo>
                  <a:lnTo>
                    <a:pt x="7819771" y="3918331"/>
                  </a:lnTo>
                  <a:lnTo>
                    <a:pt x="7836662" y="3918331"/>
                  </a:lnTo>
                  <a:cubicBezTo>
                    <a:pt x="7836662" y="6082411"/>
                    <a:pt x="6082284" y="7836662"/>
                    <a:pt x="3918331" y="7836662"/>
                  </a:cubicBezTo>
                  <a:lnTo>
                    <a:pt x="3918331" y="7819771"/>
                  </a:lnTo>
                  <a:lnTo>
                    <a:pt x="3918331" y="7836662"/>
                  </a:lnTo>
                  <a:cubicBezTo>
                    <a:pt x="1754378" y="7836789"/>
                    <a:pt x="0" y="6082411"/>
                    <a:pt x="0" y="3918331"/>
                  </a:cubicBezTo>
                  <a:lnTo>
                    <a:pt x="16891" y="391833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0" y="3918331"/>
                  </a:lnTo>
                  <a:moveTo>
                    <a:pt x="33909" y="3918331"/>
                  </a:moveTo>
                  <a:cubicBezTo>
                    <a:pt x="33909" y="3927729"/>
                    <a:pt x="26289" y="3935222"/>
                    <a:pt x="17018" y="3935222"/>
                  </a:cubicBezTo>
                  <a:cubicBezTo>
                    <a:pt x="7747" y="3935222"/>
                    <a:pt x="0" y="3927729"/>
                    <a:pt x="0" y="3918331"/>
                  </a:cubicBezTo>
                  <a:cubicBezTo>
                    <a:pt x="0" y="3908933"/>
                    <a:pt x="7620" y="3901440"/>
                    <a:pt x="16891" y="3901440"/>
                  </a:cubicBezTo>
                  <a:cubicBezTo>
                    <a:pt x="26162" y="3901440"/>
                    <a:pt x="33782" y="3909060"/>
                    <a:pt x="33782" y="3918331"/>
                  </a:cubicBezTo>
                  <a:cubicBezTo>
                    <a:pt x="33782" y="6063742"/>
                    <a:pt x="1772920" y="7802880"/>
                    <a:pt x="3918331" y="7802880"/>
                  </a:cubicBezTo>
                  <a:cubicBezTo>
                    <a:pt x="6063742" y="7802880"/>
                    <a:pt x="7802880" y="6063742"/>
                    <a:pt x="7802880" y="3918331"/>
                  </a:cubicBezTo>
                  <a:cubicBezTo>
                    <a:pt x="7802880" y="1773047"/>
                    <a:pt x="6063742" y="33909"/>
                    <a:pt x="3918331" y="33909"/>
                  </a:cubicBezTo>
                  <a:lnTo>
                    <a:pt x="3918331" y="16891"/>
                  </a:lnTo>
                  <a:lnTo>
                    <a:pt x="3918331" y="33909"/>
                  </a:lnTo>
                  <a:cubicBezTo>
                    <a:pt x="1773047" y="33909"/>
                    <a:pt x="33909" y="1773047"/>
                    <a:pt x="33909" y="3918331"/>
                  </a:cubicBezTo>
                  <a:close/>
                </a:path>
              </a:pathLst>
            </a:custGeom>
            <a:solidFill>
              <a:srgbClr val="F4631E">
                <a:alpha val="117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5840" y="914400"/>
            <a:ext cx="16642080" cy="1828800"/>
            <a:chOff x="0" y="0"/>
            <a:chExt cx="22189440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313" r="0" b="-1273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22189440" cy="2628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5840" y="2743200"/>
            <a:ext cx="16642080" cy="731520"/>
            <a:chOff x="0" y="0"/>
            <a:chExt cx="221894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975360"/>
            </a:xfrm>
            <a:custGeom>
              <a:avLst/>
              <a:gdLst/>
              <a:ahLst/>
              <a:cxnLst/>
              <a:rect r="r" b="b" t="t" l="l"/>
              <a:pathLst>
                <a:path h="9753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284" r="0" b="-39328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99C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ForkifyERP — Complete Restaurant Operations Platform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3143" y="3736343"/>
            <a:ext cx="16667483" cy="80267"/>
            <a:chOff x="0" y="0"/>
            <a:chExt cx="22223311" cy="1070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189439" cy="73152"/>
            </a:xfrm>
            <a:custGeom>
              <a:avLst/>
              <a:gdLst/>
              <a:ahLst/>
              <a:cxnLst/>
              <a:rect r="r" b="b" t="t" l="l"/>
              <a:pathLst>
                <a:path h="731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223222" cy="106936"/>
            </a:xfrm>
            <a:custGeom>
              <a:avLst/>
              <a:gdLst/>
              <a:ahLst/>
              <a:cxnLst/>
              <a:rect r="r" b="b" t="t" l="l"/>
              <a:pathLst>
                <a:path h="106936" w="22223222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90043"/>
                  </a:lnTo>
                  <a:cubicBezTo>
                    <a:pt x="22223222" y="99441"/>
                    <a:pt x="22215602" y="106934"/>
                    <a:pt x="2220633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2206330" y="73152"/>
                  </a:lnTo>
                  <a:lnTo>
                    <a:pt x="22206330" y="90043"/>
                  </a:lnTo>
                  <a:lnTo>
                    <a:pt x="22189439" y="90043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4059936"/>
            <a:ext cx="5303520" cy="731520"/>
            <a:chOff x="0" y="0"/>
            <a:chExt cx="707136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071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Recipe Management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75120" y="4059936"/>
            <a:ext cx="5303520" cy="731520"/>
            <a:chOff x="0" y="0"/>
            <a:chExt cx="707136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071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Inventory &amp; Production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44400" y="4059936"/>
            <a:ext cx="5303520" cy="731520"/>
            <a:chOff x="0" y="0"/>
            <a:chExt cx="707136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071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Procurement Pipeline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4974336"/>
            <a:ext cx="5303520" cy="731520"/>
            <a:chOff x="0" y="0"/>
            <a:chExt cx="70713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071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Meal Planning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675120" y="4974336"/>
            <a:ext cx="5303520" cy="731520"/>
            <a:chOff x="0" y="0"/>
            <a:chExt cx="707136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071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QR Menu &amp; Ordering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0" y="4974336"/>
            <a:ext cx="5303520" cy="731520"/>
            <a:chOff x="0" y="0"/>
            <a:chExt cx="707136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071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Sales &amp; Revenue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5840" y="5888736"/>
            <a:ext cx="5303520" cy="731520"/>
            <a:chOff x="0" y="0"/>
            <a:chExt cx="707136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071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Customer CRM &amp; Loyalty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75120" y="5888736"/>
            <a:ext cx="5303520" cy="731520"/>
            <a:chOff x="0" y="0"/>
            <a:chExt cx="707136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071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Staff &amp; Shifts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344400" y="5888736"/>
            <a:ext cx="5303520" cy="731520"/>
            <a:chOff x="0" y="0"/>
            <a:chExt cx="707136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071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Analytics &amp; AI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3143" y="6973319"/>
            <a:ext cx="16667483" cy="80267"/>
            <a:chOff x="0" y="0"/>
            <a:chExt cx="22223311" cy="10702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2189439" cy="73152"/>
            </a:xfrm>
            <a:custGeom>
              <a:avLst/>
              <a:gdLst/>
              <a:ahLst/>
              <a:cxnLst/>
              <a:rect r="r" b="b" t="t" l="l"/>
              <a:pathLst>
                <a:path h="731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C2E4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223222" cy="106936"/>
            </a:xfrm>
            <a:custGeom>
              <a:avLst/>
              <a:gdLst/>
              <a:ahLst/>
              <a:cxnLst/>
              <a:rect r="r" b="b" t="t" l="l"/>
              <a:pathLst>
                <a:path h="106936" w="22223222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90043"/>
                  </a:lnTo>
                  <a:cubicBezTo>
                    <a:pt x="22223222" y="99441"/>
                    <a:pt x="22215602" y="106934"/>
                    <a:pt x="2220633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2206330" y="73152"/>
                  </a:lnTo>
                  <a:lnTo>
                    <a:pt x="22206330" y="90043"/>
                  </a:lnTo>
                  <a:lnTo>
                    <a:pt x="22189439" y="90043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E4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05840" y="7315200"/>
            <a:ext cx="16642080" cy="548640"/>
            <a:chOff x="0" y="0"/>
            <a:chExt cx="2218944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A5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Spring Boot 3  ·  React 19  ·  React Native + Expo  ·  MySQL 8  ·  Groq AI  ·  JWT Security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DAHEvkaV6-A</dc:identifier>
  <dcterms:modified xsi:type="dcterms:W3CDTF">2011-08-01T06:04:30Z</dcterms:modified>
  <cp:revision>1</cp:revision>
  <dc:title>ForkifyERP_College_Project.pptx</dc:title>
</cp:coreProperties>
</file>